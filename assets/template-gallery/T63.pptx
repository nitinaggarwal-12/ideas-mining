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T63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#62: 2x2 Impact vs. Complexity Matrix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8790" y="1331366"/>
            <a:ext cx="3212287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NEWSLETTER TECHNICAL INFOGRAPHIC POSTER 2x2 Quadrant Matrix Mapping enterprise AI agent tasks across Business Impact vs Technical Complexity AXES &amp; BOUNDARIES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51753" y="2432304"/>
            <a:ext cx="1410919" cy="1255471"/>
          </a:xfrm>
          <a:prstGeom prst="roundRect">
            <a:avLst>
              <a:gd name="adj" fmla="val 3642"/>
            </a:avLst>
          </a:prstGeom>
          <a:solidFill>
            <a:srgbClr val="DCE3F2"/>
          </a:solidFill>
          <a:ln w="14288">
            <a:solidFill>
              <a:srgbClr val="626B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1753" y="2432304"/>
            <a:ext cx="1192378" cy="125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STRATEGIC BETS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053682" y="2904134"/>
            <a:ext cx="608990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9402" y="2904134"/>
            <a:ext cx="551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251753" y="3756355"/>
            <a:ext cx="1410919" cy="1255471"/>
          </a:xfrm>
          <a:prstGeom prst="roundRect">
            <a:avLst>
              <a:gd name="adj" fmla="val 3642"/>
            </a:avLst>
          </a:prstGeom>
          <a:solidFill>
            <a:srgbClr val="F7CBC1"/>
          </a:solidFill>
          <a:ln w="14288">
            <a:solidFill>
              <a:srgbClr val="8F6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1753" y="3756355"/>
            <a:ext cx="1192378" cy="125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HIGH RISK TRAPS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053682" y="4228186"/>
            <a:ext cx="608990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9402" y="4228186"/>
            <a:ext cx="551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807001" y="2432304"/>
            <a:ext cx="1371600" cy="1255471"/>
          </a:xfrm>
          <a:prstGeom prst="roundRect">
            <a:avLst>
              <a:gd name="adj" fmla="val 3642"/>
            </a:avLst>
          </a:prstGeom>
          <a:solidFill>
            <a:srgbClr val="CBE7DF"/>
          </a:solidFill>
          <a:ln w="14288">
            <a:solidFill>
              <a:srgbClr val="5E7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7001" y="2432304"/>
            <a:ext cx="1159459" cy="125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QUICK WINS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569610" y="2904134"/>
            <a:ext cx="608990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5330" y="2904134"/>
            <a:ext cx="551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807001" y="3756355"/>
            <a:ext cx="1371600" cy="1255471"/>
          </a:xfrm>
          <a:prstGeom prst="roundRect">
            <a:avLst>
              <a:gd name="adj" fmla="val 3642"/>
            </a:avLst>
          </a:prstGeom>
          <a:solidFill>
            <a:srgbClr val="F3E4BC"/>
          </a:solidFill>
          <a:ln w="14288">
            <a:solidFill>
              <a:srgbClr val="8C7F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7001" y="3756355"/>
            <a:ext cx="1159459" cy="125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LOW PRIORITY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❚❚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569610" y="4228186"/>
            <a:ext cx="608990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5330" y="4228186"/>
            <a:ext cx="551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488790" y="5417820"/>
            <a:ext cx="3212287" cy="309067"/>
          </a:xfrm>
          <a:prstGeom prst="roundRect">
            <a:avLst>
              <a:gd name="adj" fmla="val 14793"/>
            </a:avLst>
          </a:prstGeom>
          <a:solidFill>
            <a:srgbClr val="FAF8F2"/>
          </a:solidFill>
          <a:ln w="14288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8790" y="5417820"/>
            <a:ext cx="3212287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Target Quick Wins first to build momentum, invest in Strategic Bets with guardrails, handle Low Priority casually, and firmly avoid the High Risk Traps.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6474" y="5891479"/>
            <a:ext cx="369509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2X2 QUADRANT MATRIX • ENTERPRISE AGENT TRADE-OFFS • SEPTEMBER 2026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T63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#62: 2x2 Impact vs. Complexity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027932" y="588874"/>
            <a:ext cx="4084625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NEWSLETTER TECHNICAL INFOGRAPHIC POSTER 2x2 Quadrant Matrix Mapping enterprise AI agent tasks across Business Impact vs Technical Complexity AXES &amp; BOUNDARIES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69126" y="1989734"/>
            <a:ext cx="1793138" cy="1596542"/>
          </a:xfrm>
          <a:prstGeom prst="roundRect">
            <a:avLst>
              <a:gd name="adj" fmla="val 2864"/>
            </a:avLst>
          </a:prstGeom>
          <a:solidFill>
            <a:srgbClr val="DCE3F2"/>
          </a:solidFill>
          <a:ln w="14288">
            <a:solidFill>
              <a:srgbClr val="626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9126" y="1989734"/>
            <a:ext cx="1515161" cy="159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STRATEGIC BETS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7288682" y="2632558"/>
            <a:ext cx="773582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4402" y="2632558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269126" y="3672230"/>
            <a:ext cx="1793138" cy="1596542"/>
          </a:xfrm>
          <a:prstGeom prst="roundRect">
            <a:avLst>
              <a:gd name="adj" fmla="val 2864"/>
            </a:avLst>
          </a:prstGeom>
          <a:solidFill>
            <a:srgbClr val="F7CBC1"/>
          </a:solidFill>
          <a:ln w="14288">
            <a:solidFill>
              <a:srgbClr val="8F60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9126" y="3672230"/>
            <a:ext cx="1515161" cy="159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HIGH RISK TRAPS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7288682" y="4315054"/>
            <a:ext cx="773582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4402" y="4315054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433011" y="1989734"/>
            <a:ext cx="1744675" cy="1596542"/>
          </a:xfrm>
          <a:prstGeom prst="roundRect">
            <a:avLst>
              <a:gd name="adj" fmla="val 2864"/>
            </a:avLst>
          </a:prstGeom>
          <a:solidFill>
            <a:srgbClr val="CBE7DF"/>
          </a:solidFill>
          <a:ln w="14288">
            <a:solidFill>
              <a:srgbClr val="5E7A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3011" y="1989734"/>
            <a:ext cx="1474013" cy="159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QUICK WINS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404104" y="2632558"/>
            <a:ext cx="773582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2632558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33011" y="3672230"/>
            <a:ext cx="1744675" cy="1596542"/>
          </a:xfrm>
          <a:prstGeom prst="roundRect">
            <a:avLst>
              <a:gd name="adj" fmla="val 2864"/>
            </a:avLst>
          </a:prstGeom>
          <a:solidFill>
            <a:srgbClr val="F3E4BC"/>
          </a:solidFill>
          <a:ln w="14288">
            <a:solidFill>
              <a:srgbClr val="8C7F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3011" y="3672230"/>
            <a:ext cx="1474013" cy="159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LOW PRIORITY   </a:t>
            </a:r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❚❚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404104" y="4315054"/>
            <a:ext cx="773582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4315054"/>
            <a:ext cx="699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027932" y="5785409"/>
            <a:ext cx="4084625" cy="393192"/>
          </a:xfrm>
          <a:prstGeom prst="roundRect">
            <a:avLst>
              <a:gd name="adj" fmla="val 11628"/>
            </a:avLst>
          </a:prstGeom>
          <a:solidFill>
            <a:srgbClr val="FAF8F2"/>
          </a:solidFill>
          <a:ln w="14288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7932" y="5785409"/>
            <a:ext cx="408462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Target Quick Wins first to build momentum, invest in Strategic Bets with guardrails, handle Low Priority casually, and firmly avoid the High Risk Traps.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0694" y="6387084"/>
            <a:ext cx="4698187" cy="28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• GEMINI • 2X2 QUADRANT MATRIX • ENTERPRISE AGENT TRADE-OFFS • SEPTEMBER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T63 — PromptCanvas #62: 2x2 Impact vs. Complexity Matrix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2026-10-22T04:34:28Z</dcterms:created>
  <dcterms:modified xsi:type="dcterms:W3CDTF">2026-10-22T04:34:28Z</dcterms:modified>
</cp:coreProperties>
</file>