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Loop + Experience Loop + Rollout Gate + Bench Gains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Harness² recursive agent architecture. How agents self-evolve their own harnesses,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Loop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task trace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Executor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enforced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Safety Rules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Harness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Before executing a complex task, probe candidate domain checks and compose them with...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Loop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+ fail logs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Trajectories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HARNESS DB Reusable Skills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SNAPSHOT Git-Pinned · Rollba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Reflect on completed task traces, extract reusable verification skills, and commit th...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Gate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OFFLINE EVAL SUITE ☐ No golden-set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WorkBuddy-Bench pass?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Harness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Gains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Prompt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Bugs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past_traces.db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Benchmark every candidate harness update across Coding, Web, and Office tasks before...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T69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Loop + Experience Loop + Rollout Gate + Bench Gains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executing a complex task, probe candidate domain checks and compose them with our invariant safety harness.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Loop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Task-level recursion probes and composes domain checks before execution.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Safety Rules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enforced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Verification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task-specific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Executor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task trace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Editor + Composer merge checks per task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TASK-LEVEL RECURSION (PER RUN)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COMPOSED HARNESS EXECUTION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probes synthesized for task domain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Harness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Probes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261458" y="3386023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261458" y="3386023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T69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Loop + Experience Loop + Rollout Gate + Bench Gains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on completed task traces, extract reusable verification skills, and commit them to the Improvement Harness DB.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Loop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Cross-task recursion reflects on traces to update the shared Harness DB.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HARNESS DB Reusable Skills · Probes · Rules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SNAPSHOT Git-Pinned · Rollback Ready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Trajectories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+ fail logs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Reflector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mines patterns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5932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HARNESSING-LEVEL RECURSION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reflector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362042" y="3386023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62042" y="3386023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591556" y="4088282"/>
            <a:ext cx="1250899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591556" y="4088282"/>
            <a:ext cx="1250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next run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T69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Loop + Experience Loop + Rollout Gate + Bench Gains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5660136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896051" y="5101438"/>
            <a:ext cx="538033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let an agent mutate production harnesses directly — gate every Experience Reflector update behind offline evals.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Gate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staging gate prevents unverified self-edits from hitting prod.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OFFLINE EVAL SUITE ☐ No golden-set regression ☐ Tool permissions scoped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 noisy probe + retest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WorkBuddy-Bench pass?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Harness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probe edits tried?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+ alert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9" name="Shape 37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2" name="Shape 40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T69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Loop + Experience Loop + Rollout Gate + Bench Gains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every candidate harness update across Coding, Web, and Office tasks before promoting to production.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Tasks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01191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73.4% → 80.8%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Tasks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237183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69.9% → 78.3%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Tasks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48740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74.0% → 83.4%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ADK • Harness² / LangGraph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Gains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prompt harness vs. Harness² across WorkBuddy-Bench domains.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WORKBUDDY-BENCH · HARNESS² GAINS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567635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HARNESS BOTTLENECKS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rules = brittle runs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past_traces.db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Prompt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Drift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Bugs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Skills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509614" y="3335731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509614" y="3335731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T69 — Harness² Recursive Agent Harnessing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2026-10-22T05:19:53Z</dcterms:created>
  <dcterms:modified xsi:type="dcterms:W3CDTF">2026-10-22T05:19:53Z</dcterms:modified>
</cp:coreProperties>
</file>