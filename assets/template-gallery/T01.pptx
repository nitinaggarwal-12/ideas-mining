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Trap + Hash Gate + 3-Breaker + Scoreboard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agents burn $400 on 503 retries. How a 3-Breaker Guard stops it in 0 tokens, with prompts to 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Trap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/v1/billing/charge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$0.06 spent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1–3: Normal retry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503 Timeout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Audit our agent loop for unguarded tool retries. Show where a 503 error is appended t...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Gate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JSON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+ Args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5-TURN SLIDING WINDOW Strike 1 · Strik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LEDGER Firestore · Redis · ADK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Add a pre-tool hook that computes sha256(tool_name + canonical_args) and tracks repea...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3-Breaker Loop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CALL &amp; BUDGET ☐ Hash seen &lt; 2x i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&lt; 2x in 5 turns?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(&lt; $0.04)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Block the 3rd identical tool call, inject a prompt to switch to a fallback tool, and...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Scoreboard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 Error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182k Tokens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fallback_tool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Log retry count, token spend, and fallback tool recovery rate on every run. Alert if...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Trap + Hash Gate + 3-Breaker + Scoreboard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FEF2F2"/>
          </a:solidFill>
          <a:ln w="14288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5F5"/>
          </a:solidFill>
          <a:ln w="14288">
            <a:solidFill>
              <a:srgbClr val="EF4444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our agent loop for unguarded tool retries. Show where a 503 error is appended to context without a max-retry counter.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Trap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one HTTP 503 timeout triggers 48 blind retries and a $400 bill.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1–3: Normal retry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$0.06 spent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4–48: Context bloat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$400.00 BURN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E2E2"/>
          </a:solidFill>
          <a:ln w="1143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/v1/billing/charge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182k tokens accumulated → Context Overflow Crash</a:t>
            </a:r>
            <a:endParaRPr lang="en-US" sz="1370" dirty="0"/>
          </a:p>
        </p:txBody>
      </p:sp>
      <p:sp>
        <p:nvSpPr>
          <p:cNvPr id="29" name="Text 27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appended to history with no stop rule</a:t>
            </a:r>
            <a:endParaRPr lang="en-US" sz="1310" dirty="0"/>
          </a:p>
        </p:txBody>
      </p:sp>
      <p:sp>
        <p:nvSpPr>
          <p:cNvPr id="30" name="Text 28"/>
          <p:cNvSpPr/>
          <p:nvPr/>
        </p:nvSpPr>
        <p:spPr>
          <a:xfrm>
            <a:off x="7424928" y="2341778"/>
            <a:ext cx="303397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RUNAWAY TOKEN ESCALATION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2341778"/>
            <a:ext cx="2800807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UNPROTECTED AGENT CONTEXT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E2E2"/>
          </a:solidFill>
          <a:ln w="1143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503 Timeout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args kept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CA5A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loop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E2E2"/>
          </a:solidFill>
          <a:ln w="14288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222138" y="3386023"/>
            <a:ext cx="695858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222138" y="3386023"/>
            <a:ext cx="695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DC2626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Trap + Hash Gate + 3-Breaker + Scoreboard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pre-tool hook that computes sha256(tool_name + canonical_args) and tracks repeat count across the last 5 turns.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Gate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Pre-execution harness that fingerprints every tool call in 0 LLM tokens.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5-TURN SLIDING WINDOW Strike 1 · Strike 2 · Block 3rd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LEDGER Firestore · Redis · ADK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+ Args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JSON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Digest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800807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BREAKER 1 &amp; 2: PRE-TOOL HASH HARNESS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gate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401361" y="3386023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01361" y="3386023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631790" y="4088282"/>
            <a:ext cx="1171346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631790" y="4088282"/>
            <a:ext cx="1171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count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Trap + Hash Gate + 3-Breaker + Scoreboard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the 3rd identical tool call, inject a prompt to switch to a fallback tool, and hard-stop if run cost reaches $0.25.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3-Breaker Loop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the 3rd identical call, switch tools to self-heal, or cap at $0.25.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63647" y="1990649"/>
            <a:ext cx="2521001" cy="1304849"/>
          </a:xfrm>
          <a:prstGeom prst="roundRect">
            <a:avLst>
              <a:gd name="adj" fmla="val 3504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3647" y="1990649"/>
            <a:ext cx="2521001" cy="130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CALL &amp; BUDGET ☐ Hash seen &lt; 2x in 5 turns ☐ Run cost under $0.25 cap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2663647" y="4147718"/>
            <a:ext cx="2521001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3647" y="4147718"/>
            <a:ext cx="2521001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tool / replan (94% win)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6070702" y="2241194"/>
            <a:ext cx="2241194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0702" y="2241194"/>
            <a:ext cx="2241194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&lt; 2x in 5 turns?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(&lt; $0.04)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070702" y="4147718"/>
            <a:ext cx="2241194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0702" y="4147718"/>
            <a:ext cx="224119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$0.25 or 15 steps used?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fuse ($0.25)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2220163" y="2642616"/>
            <a:ext cx="443484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5183734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719175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691195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1195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6" name="Shape 44"/>
          <p:cNvSpPr/>
          <p:nvPr/>
        </p:nvSpPr>
        <p:spPr>
          <a:xfrm flipH="1">
            <a:off x="5183734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5405933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05933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1613002" y="2642616"/>
            <a:ext cx="1050646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Trap + Hash Gate + 3-Breaker + Scoreboard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FF5F5"/>
          </a:solidFill>
          <a:ln w="14288">
            <a:solidFill>
              <a:srgbClr val="FCA5A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retry count, token spend, and fallback tool recovery rate on every run. Alert if any run hits the $0.25 fuse.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 Retries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CFCE7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85623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48x → Max 2x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Bill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CFCE7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24358" cy="128016"/>
          </a:xfrm>
          <a:prstGeom prst="roundRect">
            <a:avLst>
              <a:gd name="adj" fmla="val 147059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$0.04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Recovery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CFCE7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286561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→ 94% win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• OpenHands / LangGraph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Scoreboard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Unprotected failure chain vs. 3-Breaker production metrics across 10,000 runs.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1FAE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3-BREAKER HARNESS · 10k RUNS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684678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UNPROTECTED FAILURE GRAPH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fallback_tool</a:t>
            </a:r>
            <a:endParaRPr lang="en-US" sz="1310" dirty="0"/>
          </a:p>
        </p:txBody>
      </p:sp>
      <p:sp>
        <p:nvSpPr>
          <p:cNvPr id="41" name="Shape 39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FEE2E2"/>
          </a:solidFill>
          <a:ln w="14288">
            <a:solidFill>
              <a:srgbClr val="FCA5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 Error</a:t>
            </a:r>
            <a:endParaRPr lang="en-US" sz="1310" dirty="0"/>
          </a:p>
        </p:txBody>
      </p:sp>
      <p:sp>
        <p:nvSpPr>
          <p:cNvPr id="43" name="Shape 41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FEE2E2"/>
          </a:solidFill>
          <a:ln w="14288">
            <a:solidFill>
              <a:srgbClr val="FCA5A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48x Retry</a:t>
            </a:r>
            <a:endParaRPr lang="en-US" sz="1310" dirty="0"/>
          </a:p>
        </p:txBody>
      </p:sp>
      <p:sp>
        <p:nvSpPr>
          <p:cNvPr id="45" name="Shape 43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FEE2E2"/>
          </a:solidFill>
          <a:ln w="14288">
            <a:solidFill>
              <a:srgbClr val="FCA5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182k Tokens</a:t>
            </a:r>
            <a:endParaRPr lang="en-US" sz="1310" dirty="0"/>
          </a:p>
        </p:txBody>
      </p:sp>
      <p:sp>
        <p:nvSpPr>
          <p:cNvPr id="47" name="Shape 45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FEE2E2"/>
          </a:solidFill>
          <a:ln w="14288">
            <a:solidFill>
              <a:srgbClr val="FCA5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Crash</a:t>
            </a:r>
            <a:endParaRPr lang="en-US" sz="1310" dirty="0"/>
          </a:p>
        </p:txBody>
      </p:sp>
      <p:sp>
        <p:nvSpPr>
          <p:cNvPr id="49" name="Text 47"/>
          <p:cNvSpPr/>
          <p:nvPr/>
        </p:nvSpPr>
        <p:spPr>
          <a:xfrm>
            <a:off x="4203497" y="2291486"/>
            <a:ext cx="1984248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48x loop → $400 crash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called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EF4444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EF4444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EF4444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EF4444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EF4444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EF4444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537960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537960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T01 — Pain-Point Flow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2026-10-22T05:19:50Z</dcterms:created>
  <dcterms:modified xsi:type="dcterms:W3CDTF">2026-10-22T05:19:50Z</dcterms:modified>
</cp:coreProperties>
</file>