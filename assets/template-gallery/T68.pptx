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+ Schema + Validation + Knowledge Graph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Knowledge Format Architecture. How open standards structure, validate, and federate knowledge.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Formats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docs &amp; specs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(.md) / MDX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060704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Vendor Neutrality &amp; Archival Dura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7" name="Shape 25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/ RDF (Linked)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01: Store all primary documentation and datasets in open, plain-text formats (Markdown,...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38" name="Text 36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Harness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/ W3C RDF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ENRICHMENT Persistent URIs · 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2" name="Shape 50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DATA COMPLIANCE Findable · Reusab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02: Attach explicit JSON-LD / Schema.org context headers and SPDX open licenses (CC-BY-4...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59" name="Shape 57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Loop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KNOWLEDGE ASSET ☑ JSON-LD &amp; M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0" name="Shape 68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schemas valid?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5" name="Shape 73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to Commons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03: Run automated CI schema validation and URI link verification on every commit. Auto-r...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2" name="Shape 80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Graph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1" name="Text 89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concepts.md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3" name="Shape 91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6" name="Text 94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ontology.jsonld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8" name="Shape 96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1" name="Text 99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scratch_draft.md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04: Publish a root INDEX.jsonld catalog mapping all semantic entities, citations, and op...</a:t>
            </a:r>
            <a:endParaRPr lang="en-US" sz="740" dirty="0"/>
          </a:p>
        </p:txBody>
      </p:sp>
      <p:sp>
        <p:nvSpPr>
          <p:cNvPr id="104" name="Shape 102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5" name="Text 103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T68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+ Schema + Validation + Knowledge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01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all primary documentation and datasets in open, plain-text formats (Markdown, JSON-LD, Parquet) with UTF-8 encoding.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Formats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plain-text, human-readable and machine-parseable files that store raw knowledge.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843784"/>
            <a:ext cx="385145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Vendor Neutrality &amp; Archival Durability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3570732"/>
            <a:ext cx="385145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Ingestion by Humans &amp; AI / LLM Agents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(.md) / MDX</a:t>
            </a:r>
            <a:endParaRPr lang="en-US" sz="1290" dirty="0"/>
          </a:p>
        </p:txBody>
      </p:sp>
      <p:sp>
        <p:nvSpPr>
          <p:cNvPr id="25" name="Text 23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docs &amp; specs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lock knowledge inside proprietary binary blobs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 plain text • Git version-controlled • Zero lock-in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03397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OPEN FORMATS GUARANTEE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2800807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SERIALIZATION FORMATS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/ RDF (Linked)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Apache Parquet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parser</a:t>
            </a:r>
            <a:endParaRPr lang="en-US" sz="1370" dirty="0"/>
          </a:p>
        </p:txBody>
      </p:sp>
      <p:sp>
        <p:nvSpPr>
          <p:cNvPr id="38" name="Shape 36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0" name="Shape 38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261458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261458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T68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+ Schema + Validation + Knowledge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02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explicit JSON-LD / Schema.org context headers and SPDX open licenses (CC-BY-4.0 / MIT) to every knowledge asset.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Harness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semantic ontologies, URI identifiers, and open licenses wrapped around raw files.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ENRICHMENT Persistent URIs · DOI · Provenance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DATA COMPLIANCE Findable · Reusable · Open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/ W3C RDF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SPDX / CC-BY-4.0 / MIT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303397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HARNESS: SEMANTIC SCHEMA &amp; LICENSING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22722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22722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91556" y="4088282"/>
            <a:ext cx="1250899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91556" y="4088282"/>
            <a:ext cx="1250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types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T68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+ Schema + Validation + Knowledge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03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automated CI schema validation and URI link verification on every commit. Auto-repair broken links or flag maintainers.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schema linting, broken URI link checking, and self-healing pipeline.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63647" y="1990649"/>
            <a:ext cx="2521001" cy="1756562"/>
          </a:xfrm>
          <a:prstGeom prst="roundRect">
            <a:avLst>
              <a:gd name="adj" fmla="val 260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1990649"/>
            <a:ext cx="2521001" cy="1756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KNOWLEDGE ASSET ☑ JSON-LD &amp; Markdown AST valid ☑ Zero broken citations or dead URIs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Auto-heal formatting &amp; URI links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schemas valid?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to Commons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retries exhausted?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+ Alert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443484" cy="225857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5183734" y="2642616"/>
            <a:ext cx="886968" cy="225857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EA580C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T68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+ Schema + Validation + Knowledge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04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root INDEX.jsonld catalog mapping all semantic entities, citations, and open licenses for federated discovery.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Entities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92540" y="2767889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 / DOI indexed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3276295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 Graph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92540" y="3276295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RDF triples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784702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 Artifacts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92540" y="3784702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searchable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Compliance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Open (SPDX)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Graph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network of linked open repositories and semantic discovery indexes.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INDEX.jsonld · Federated Catalog</a:t>
            </a:r>
            <a:endParaRPr lang="en-US" sz="1310" dirty="0"/>
          </a:p>
        </p:txBody>
      </p:sp>
      <p:sp>
        <p:nvSpPr>
          <p:cNvPr id="32" name="Text 30"/>
          <p:cNvSpPr/>
          <p:nvPr/>
        </p:nvSpPr>
        <p:spPr>
          <a:xfrm>
            <a:off x="1449324" y="2291486"/>
            <a:ext cx="24505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KNOWLEDGE REPOSITORY</a:t>
            </a:r>
            <a:endParaRPr lang="en-US" sz="1190" dirty="0"/>
          </a:p>
        </p:txBody>
      </p:sp>
      <p:sp>
        <p:nvSpPr>
          <p:cNvPr id="33" name="Text 31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= RDF / URI links</a:t>
            </a:r>
            <a:endParaRPr lang="en-US" sz="1190" dirty="0"/>
          </a:p>
        </p:txBody>
      </p:sp>
      <p:sp>
        <p:nvSpPr>
          <p:cNvPr id="34" name="Shape 32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scratch_draft.md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concepts.md</a:t>
            </a:r>
            <a:endParaRPr lang="en-US" sz="1310" dirty="0"/>
          </a:p>
        </p:txBody>
      </p:sp>
      <p:sp>
        <p:nvSpPr>
          <p:cNvPr id="38" name="Shape 36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datasets.parquet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ontology.jsonld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citations.bib</a:t>
            </a:r>
            <a:endParaRPr lang="en-US" sz="1310" dirty="0"/>
          </a:p>
        </p:txBody>
      </p:sp>
      <p:sp>
        <p:nvSpPr>
          <p:cNvPr id="44" name="Text 42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 URI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47" name="Shape 45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6390742" y="3335731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390742" y="3335731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T68 — PromptCanvas Open Knowledge: 4-Tier Format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2026-10-22T04:34:41Z</dcterms:created>
  <dcterms:modified xsi:type="dcterms:W3CDTF">2026-10-22T04:34:41Z</dcterms:modified>
</cp:coreProperties>
</file>