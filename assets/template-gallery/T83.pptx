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 + Isolated Trials + Code + Judge + pass^k Gate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AI Agents: Outcome, Trajectory &amp; Restraint. 75% per-run success passes 3 of 3 runs (pass^3) only 42.2% of the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+ tickets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20–50 Real Failures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 runs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Sandbox State per Trial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Tag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Seed 20-50 real failure tasks plus explicit Restraint tasks, and call env.reset() bef...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Trials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tool args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State Checks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GRADED DIMENSIONS Outcome · Path · 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CALIBRATION Expert Labels + Unkn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Grade final DB state and required tool ordering in deterministic code; calibrate rubr...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Judge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RELIABILITY GATE ☐ pass^5 &gt;= 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 trials pass?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Customer Agent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Measure coding search tools with pass@k (1 hit suffices), but gate customer-facing ag...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pass^k Gate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1-Run Luck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State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pass_at_5_99pct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Read full failure transcripts on every release — scores tell you a capability broke;...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T83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 + Isolated Trials + Code + Judge + pass^k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20-50 real failure tasks plus explicit Restraint tasks, and call env.reset() before every single trial.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20-50 real bug/support failures PLUS restraint tasks where acting is wrong.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Sandbox State per Trial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 runs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Transcript + End State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+ DB rows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20–50 Real Failures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+ tickets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ISOLATED MULTI-TRIAL HARNESS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Trial 1 side effects from leaking into Trial 2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1449324" y="2341778"/>
            <a:ext cx="359450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1–2 · FAILURE CORPUS &amp; RESTRAINT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refuse, clarify, and escalate-to-human tasks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Tag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Restraint Cases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env.reset()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82819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82819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T83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 + Isolated Trials + Code + Judge + pass^k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final DB state and required tool ordering in deterministic code; calibrate rubric judges with an 'unknown' option.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Trials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Outcome (DB end state), Trajectory (safety order), Efficiency, and Restraint.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GRADED DIMENSIONS Outcome · Path · pass^k · Restraint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CALIBRATION Expert Labels + Unknown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State Checks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tool args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LLM Judge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'unknown'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9178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4–5 · CODE CHECKS + JUDGE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242255" y="3386023"/>
            <a:ext cx="933602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42255" y="3386023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472684" y="4088282"/>
            <a:ext cx="148955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72684" y="4088282"/>
            <a:ext cx="1489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transcripts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T83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 + Isolated Trials + Code + Judge + pass^k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coding search tools with pass@k (1 hit suffices), but gate customer-facing agents strictly on pass^k.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Judge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customer-facing agent releases on pass^k (all k runs succeed), never pass@k.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17013" y="1940357"/>
            <a:ext cx="2614270" cy="1405433"/>
          </a:xfrm>
          <a:prstGeom prst="roundRect">
            <a:avLst>
              <a:gd name="adj" fmla="val 325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7013" y="1940357"/>
            <a:ext cx="2614270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RELIABILITY GATE ☐ pass^5 &gt;= release SLO target ☐ 100% restraint compliance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17013" y="4147718"/>
            <a:ext cx="2614270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7013" y="4147718"/>
            <a:ext cx="261427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transcripts + fix step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118250" y="2241194"/>
            <a:ext cx="2193646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8250" y="2241194"/>
            <a:ext cx="219364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 trials pass?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Customer Agent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118250" y="4147718"/>
            <a:ext cx="2193646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8250" y="4147718"/>
            <a:ext cx="219364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Grader bug detected?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+ Fix Harness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trials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231282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21461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33895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3895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231282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52567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52567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04011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T83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Tasks + Isolated Trials + Code + Judge + pass^k Gate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full failure transcripts on every release — scores tell you a capability broke; transcripts show why.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pass@3 (Any 1)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29538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 (Optimistic)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pass^3 (All 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576986" cy="128016"/>
          </a:xfrm>
          <a:prstGeom prst="roundRect">
            <a:avLst>
              <a:gd name="adj" fmla="val 142857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42.2% (Real User)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pass^5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224382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90% + Restraint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Eval • Promptfoo / pytest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pass^k Gate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Single-run illusion (75% = 1 in 4 users fail) vs. Multi-trial pass^k reliability.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PER-RUN AGENT · pass@k VS pass^k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74228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SINGLE-RUN DEMO ILLUSIONS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0.75^3 = 42.2% 3-run consistency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pass_at_5_99pct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1-Run Luck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Restraint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State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Judge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hides 25% fail rate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70294" y="3335731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70294" y="3335731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T83 — Multi-Trial Agent Evals &amp; pass^k Reliability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2026-10-29T13:43:53Z</dcterms:created>
  <dcterms:modified xsi:type="dcterms:W3CDTF">2026-10-29T13:43:53Z</dcterms:modified>
</cp:coreProperties>
</file>