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T64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#63: Conditional Decision Tree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40326" y="1350569"/>
            <a:ext cx="3309214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Flowchart Conditional branching logic and decision paths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246474" y="5891479"/>
            <a:ext cx="3695090" cy="222199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6474" y="5891479"/>
            <a:ext cx="369509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FLOWCHART • SYSTEM LOGIC &amp; BRANCHING FRAMEWORK • REVISION 1.4 • 09/2026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807001" y="2326234"/>
            <a:ext cx="656539" cy="482803"/>
          </a:xfrm>
          <a:prstGeom prst="roundRect">
            <a:avLst>
              <a:gd name="adj" fmla="val 9470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7001" y="2326234"/>
            <a:ext cx="656539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01a | Request Clarification Ask user for missing inputs or constraints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749394" y="4770425"/>
            <a:ext cx="734263" cy="376733"/>
          </a:xfrm>
          <a:prstGeom prst="roundRect">
            <a:avLst>
              <a:gd name="adj" fmla="val 12136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9394" y="4770425"/>
            <a:ext cx="734263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Self-Correction Loop Analyze failure, retry up to limit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202729" y="3514954"/>
            <a:ext cx="560527" cy="473659"/>
          </a:xfrm>
          <a:prstGeom prst="roundRect">
            <a:avLst>
              <a:gd name="adj" fmla="val 9653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2729" y="3514954"/>
            <a:ext cx="560527" cy="47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/ Request Access User approval or graceful fallback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748833" y="1959559"/>
            <a:ext cx="690372" cy="338328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8833" y="1959559"/>
            <a:ext cx="6903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Input Task / Objective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135270" y="3650285"/>
            <a:ext cx="695858" cy="299923"/>
          </a:xfrm>
          <a:prstGeom prst="roundRect">
            <a:avLst>
              <a:gd name="adj" fmla="val 15244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5270" y="3650285"/>
            <a:ext cx="695858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Execution Process internally using standard reasoning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744261" y="5369357"/>
            <a:ext cx="700430" cy="289865"/>
          </a:xfrm>
          <a:prstGeom prst="roundRect">
            <a:avLst>
              <a:gd name="adj" fmla="val 15773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4261" y="5369357"/>
            <a:ext cx="700430" cy="289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Final Result Complete objective and return outcome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792724" y="2413102"/>
            <a:ext cx="603504" cy="319126"/>
          </a:xfrm>
          <a:prstGeom prst="roundRect">
            <a:avLst>
              <a:gd name="adj" fmla="val 14327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92724" y="2413102"/>
            <a:ext cx="603504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objective clearly defined?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744261" y="4529023"/>
            <a:ext cx="700430" cy="241402"/>
          </a:xfrm>
          <a:prstGeom prst="roundRect">
            <a:avLst>
              <a:gd name="adj" fmla="val 18939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4261" y="4529023"/>
            <a:ext cx="7004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Task &amp; Generate Output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294730" y="4094683"/>
            <a:ext cx="647395" cy="260604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4730" y="4094683"/>
            <a:ext cx="64739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 Tools Call APIs, databases, or sandboxed skills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748833" y="3022092"/>
            <a:ext cx="690372" cy="241402"/>
          </a:xfrm>
          <a:prstGeom prst="roundRect">
            <a:avLst>
              <a:gd name="adj" fmla="val 18939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8833" y="3022092"/>
            <a:ext cx="690372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Required Resources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749394" y="5244084"/>
            <a:ext cx="734263" cy="202997"/>
          </a:xfrm>
          <a:prstGeom prst="roundRect">
            <a:avLst>
              <a:gd name="adj" fmla="val 22523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9394" y="5244084"/>
            <a:ext cx="734263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Escalation If exhausted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782666" y="4895698"/>
            <a:ext cx="622706" cy="232258"/>
          </a:xfrm>
          <a:prstGeom prst="roundRect">
            <a:avLst>
              <a:gd name="adj" fmla="val 19685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82666" y="4895698"/>
            <a:ext cx="622706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outcome pass validation?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304788" y="3630168"/>
            <a:ext cx="608990" cy="232258"/>
          </a:xfrm>
          <a:prstGeom prst="roundRect">
            <a:avLst>
              <a:gd name="adj" fmla="val 19685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4788" y="3630168"/>
            <a:ext cx="60899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permissions and access valid?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792724" y="3369564"/>
            <a:ext cx="603504" cy="232258"/>
          </a:xfrm>
          <a:prstGeom prst="roundRect">
            <a:avLst>
              <a:gd name="adj" fmla="val 19685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2724" y="3369564"/>
            <a:ext cx="603504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external tools or APIs needed?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512564" y="3060497"/>
            <a:ext cx="869594" cy="125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TOOL CHECK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512564" y="4518965"/>
            <a:ext cx="772668" cy="125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EXECUTE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512564" y="1978762"/>
            <a:ext cx="724205" cy="125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INGEST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6461150" y="3434486"/>
            <a:ext cx="159106" cy="101498"/>
          </a:xfrm>
          <a:prstGeom prst="roundRect">
            <a:avLst>
              <a:gd name="adj" fmla="val 225226"/>
            </a:avLst>
          </a:prstGeom>
          <a:solidFill>
            <a:srgbClr val="289448"/>
          </a:solidFill>
          <a:ln w="9525">
            <a:solidFill>
              <a:srgbClr val="2894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61150" y="3434486"/>
            <a:ext cx="159106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014923" y="5178247"/>
            <a:ext cx="159106" cy="101498"/>
          </a:xfrm>
          <a:prstGeom prst="roundRect">
            <a:avLst>
              <a:gd name="adj" fmla="val 225226"/>
            </a:avLst>
          </a:prstGeom>
          <a:solidFill>
            <a:srgbClr val="289448"/>
          </a:solidFill>
          <a:ln w="9525">
            <a:solidFill>
              <a:srgbClr val="2894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14923" y="5178247"/>
            <a:ext cx="159106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6014923" y="2788006"/>
            <a:ext cx="159106" cy="91440"/>
          </a:xfrm>
          <a:prstGeom prst="roundRect">
            <a:avLst>
              <a:gd name="adj" fmla="val 250000"/>
            </a:avLst>
          </a:prstGeom>
          <a:solidFill>
            <a:srgbClr val="289448"/>
          </a:solidFill>
          <a:ln w="9525">
            <a:solidFill>
              <a:srgbClr val="2894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14923" y="2788006"/>
            <a:ext cx="15910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538874" y="3912718"/>
            <a:ext cx="159106" cy="91440"/>
          </a:xfrm>
          <a:prstGeom prst="roundRect">
            <a:avLst>
              <a:gd name="adj" fmla="val 250000"/>
            </a:avLst>
          </a:prstGeom>
          <a:solidFill>
            <a:srgbClr val="289448"/>
          </a:solidFill>
          <a:ln w="9525">
            <a:solidFill>
              <a:srgbClr val="2894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8874" y="3912718"/>
            <a:ext cx="15910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577840" y="2526487"/>
            <a:ext cx="139903" cy="101498"/>
          </a:xfrm>
          <a:prstGeom prst="roundRect">
            <a:avLst>
              <a:gd name="adj" fmla="val 225226"/>
            </a:avLst>
          </a:prstGeom>
          <a:solidFill>
            <a:srgbClr val="E05A2B"/>
          </a:solidFill>
          <a:ln w="9525">
            <a:solidFill>
              <a:srgbClr val="E05A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2526487"/>
            <a:ext cx="139903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5567782" y="3434486"/>
            <a:ext cx="139903" cy="101498"/>
          </a:xfrm>
          <a:prstGeom prst="roundRect">
            <a:avLst>
              <a:gd name="adj" fmla="val 225226"/>
            </a:avLst>
          </a:prstGeom>
          <a:solidFill>
            <a:srgbClr val="E05A2B"/>
          </a:solidFill>
          <a:ln w="9525">
            <a:solidFill>
              <a:srgbClr val="E05A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67782" y="3434486"/>
            <a:ext cx="139903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968642" y="3696005"/>
            <a:ext cx="139903" cy="101498"/>
          </a:xfrm>
          <a:prstGeom prst="roundRect">
            <a:avLst>
              <a:gd name="adj" fmla="val 225226"/>
            </a:avLst>
          </a:prstGeom>
          <a:solidFill>
            <a:srgbClr val="E05A2B"/>
          </a:solidFill>
          <a:ln w="9525">
            <a:solidFill>
              <a:srgbClr val="E05A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8642" y="3696005"/>
            <a:ext cx="139903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5582412" y="4961534"/>
            <a:ext cx="139903" cy="101498"/>
          </a:xfrm>
          <a:prstGeom prst="roundRect">
            <a:avLst>
              <a:gd name="adj" fmla="val 225226"/>
            </a:avLst>
          </a:prstGeom>
          <a:solidFill>
            <a:srgbClr val="E05A2B"/>
          </a:solidFill>
          <a:ln w="9525">
            <a:solidFill>
              <a:srgbClr val="E05A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82412" y="4961534"/>
            <a:ext cx="139903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60" name="Text 58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T64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#63: Conditional Decision Tree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966667" y="613562"/>
            <a:ext cx="4207154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Flowchart Conditional branching logic and decision paths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720694" y="6387084"/>
            <a:ext cx="4698187" cy="282550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0694" y="6387084"/>
            <a:ext cx="4698187" cy="28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FLOWCHART • SYSTEM LOGIC &amp; BRANCHING FRAMEWORK • REVISION 1.4 • 09/2026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433011" y="1854403"/>
            <a:ext cx="834847" cy="614477"/>
          </a:xfrm>
          <a:prstGeom prst="roundRect">
            <a:avLst>
              <a:gd name="adj" fmla="val 7440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3011" y="1854403"/>
            <a:ext cx="83484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01a | Request Clarification Ask user for missing inputs or constraints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359859" y="4962449"/>
            <a:ext cx="933602" cy="479146"/>
          </a:xfrm>
          <a:prstGeom prst="roundRect">
            <a:avLst>
              <a:gd name="adj" fmla="val 9542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9859" y="4962449"/>
            <a:ext cx="933602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Self-Correction Loop Analyze failure, retry up to limit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7479792" y="3364992"/>
            <a:ext cx="712318" cy="601675"/>
          </a:xfrm>
          <a:prstGeom prst="roundRect">
            <a:avLst>
              <a:gd name="adj" fmla="val 7599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3364992"/>
            <a:ext cx="712318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/ Request Access User approval or graceful fallback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630875" y="1388059"/>
            <a:ext cx="877824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0875" y="1388059"/>
            <a:ext cx="8778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Input Task / Objective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850892" y="3536899"/>
            <a:ext cx="884225" cy="380390"/>
          </a:xfrm>
          <a:prstGeom prst="roundRect">
            <a:avLst>
              <a:gd name="adj" fmla="val 12019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0892" y="3536899"/>
            <a:ext cx="88422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Execution Process internally using standard reasoning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624474" y="5724144"/>
            <a:ext cx="890626" cy="368503"/>
          </a:xfrm>
          <a:prstGeom prst="roundRect">
            <a:avLst>
              <a:gd name="adj" fmla="val 12407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4474" y="5724144"/>
            <a:ext cx="890626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Final Result Complete objective and return outcome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685739" y="1965046"/>
            <a:ext cx="768096" cy="405079"/>
          </a:xfrm>
          <a:prstGeom prst="roundRect">
            <a:avLst>
              <a:gd name="adj" fmla="val 11287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5739" y="1965046"/>
            <a:ext cx="76809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objective clearly defined?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624474" y="4655210"/>
            <a:ext cx="890626" cy="307238"/>
          </a:xfrm>
          <a:prstGeom prst="roundRect">
            <a:avLst>
              <a:gd name="adj" fmla="val 14881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4474" y="4655210"/>
            <a:ext cx="89062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Task &amp; Generate Output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324905" y="4101998"/>
            <a:ext cx="822960" cy="331927"/>
          </a:xfrm>
          <a:prstGeom prst="roundRect">
            <a:avLst>
              <a:gd name="adj" fmla="val 13774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4905" y="4101998"/>
            <a:ext cx="82296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 Tools Call APIs, databases, or sandboxed skills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630875" y="2738628"/>
            <a:ext cx="877824" cy="307238"/>
          </a:xfrm>
          <a:prstGeom prst="roundRect">
            <a:avLst>
              <a:gd name="adj" fmla="val 14881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30875" y="2738628"/>
            <a:ext cx="87782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Required Resources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359859" y="5564124"/>
            <a:ext cx="933602" cy="257861"/>
          </a:xfrm>
          <a:prstGeom prst="roundRect">
            <a:avLst>
              <a:gd name="adj" fmla="val 17730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59859" y="5564124"/>
            <a:ext cx="9336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Escalation If exhausted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673852" y="5121554"/>
            <a:ext cx="791870" cy="294437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73852" y="5121554"/>
            <a:ext cx="79187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outcome pass validation?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336792" y="3513125"/>
            <a:ext cx="773582" cy="294437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3513125"/>
            <a:ext cx="773582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permissions and access valid?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685739" y="3181198"/>
            <a:ext cx="768096" cy="294437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3335">
            <a:solidFill>
              <a:srgbClr val="B8C4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5739" y="3181198"/>
            <a:ext cx="76809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external tools or APIs needed?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058107" y="2788006"/>
            <a:ext cx="110551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TOOL CHECK</a:t>
            </a:r>
            <a:endParaRPr lang="en-US" sz="690" dirty="0"/>
          </a:p>
        </p:txBody>
      </p:sp>
      <p:sp>
        <p:nvSpPr>
          <p:cNvPr id="40" name="Text 38"/>
          <p:cNvSpPr/>
          <p:nvPr/>
        </p:nvSpPr>
        <p:spPr>
          <a:xfrm>
            <a:off x="4058107" y="4643323"/>
            <a:ext cx="9829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EXECUTE</a:t>
            </a:r>
            <a:endParaRPr lang="en-US" sz="690" dirty="0"/>
          </a:p>
        </p:txBody>
      </p:sp>
      <p:sp>
        <p:nvSpPr>
          <p:cNvPr id="41" name="Text 39"/>
          <p:cNvSpPr/>
          <p:nvPr/>
        </p:nvSpPr>
        <p:spPr>
          <a:xfrm>
            <a:off x="4058107" y="1412748"/>
            <a:ext cx="92171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INGEST</a:t>
            </a:r>
            <a:endParaRPr lang="en-US" sz="690" dirty="0"/>
          </a:p>
        </p:txBody>
      </p:sp>
      <p:sp>
        <p:nvSpPr>
          <p:cNvPr id="42" name="Shape 40"/>
          <p:cNvSpPr/>
          <p:nvPr/>
        </p:nvSpPr>
        <p:spPr>
          <a:xfrm>
            <a:off x="6537046" y="3264408"/>
            <a:ext cx="202997" cy="128930"/>
          </a:xfrm>
          <a:prstGeom prst="roundRect">
            <a:avLst>
              <a:gd name="adj" fmla="val 177306"/>
            </a:avLst>
          </a:prstGeom>
          <a:solidFill>
            <a:srgbClr val="289448"/>
          </a:solidFill>
          <a:ln w="9525">
            <a:solidFill>
              <a:srgbClr val="2894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046" y="3264408"/>
            <a:ext cx="202997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968289" y="5480914"/>
            <a:ext cx="202997" cy="128930"/>
          </a:xfrm>
          <a:prstGeom prst="roundRect">
            <a:avLst>
              <a:gd name="adj" fmla="val 177306"/>
            </a:avLst>
          </a:prstGeom>
          <a:solidFill>
            <a:srgbClr val="289448"/>
          </a:solidFill>
          <a:ln w="9525">
            <a:solidFill>
              <a:srgbClr val="2894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8289" y="5480914"/>
            <a:ext cx="202997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968289" y="2441448"/>
            <a:ext cx="202997" cy="117043"/>
          </a:xfrm>
          <a:prstGeom prst="roundRect">
            <a:avLst>
              <a:gd name="adj" fmla="val 195313"/>
            </a:avLst>
          </a:prstGeom>
          <a:solidFill>
            <a:srgbClr val="289448"/>
          </a:solidFill>
          <a:ln w="9525">
            <a:solidFill>
              <a:srgbClr val="2894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8289" y="2441448"/>
            <a:ext cx="202997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6634886" y="3872484"/>
            <a:ext cx="202997" cy="117043"/>
          </a:xfrm>
          <a:prstGeom prst="roundRect">
            <a:avLst>
              <a:gd name="adj" fmla="val 195313"/>
            </a:avLst>
          </a:prstGeom>
          <a:solidFill>
            <a:srgbClr val="289448"/>
          </a:solidFill>
          <a:ln w="9525">
            <a:solidFill>
              <a:srgbClr val="2894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4886" y="3872484"/>
            <a:ext cx="202997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412334" y="2109521"/>
            <a:ext cx="178308" cy="128930"/>
          </a:xfrm>
          <a:prstGeom prst="roundRect">
            <a:avLst>
              <a:gd name="adj" fmla="val 177306"/>
            </a:avLst>
          </a:prstGeom>
          <a:solidFill>
            <a:srgbClr val="E05A2B"/>
          </a:solidFill>
          <a:ln w="9525">
            <a:solidFill>
              <a:srgbClr val="E05A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2334" y="2109521"/>
            <a:ext cx="178308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5400446" y="3264408"/>
            <a:ext cx="178308" cy="128930"/>
          </a:xfrm>
          <a:prstGeom prst="roundRect">
            <a:avLst>
              <a:gd name="adj" fmla="val 177306"/>
            </a:avLst>
          </a:prstGeom>
          <a:solidFill>
            <a:srgbClr val="E05A2B"/>
          </a:solidFill>
          <a:ln w="9525">
            <a:solidFill>
              <a:srgbClr val="E05A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00446" y="3264408"/>
            <a:ext cx="178308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7181698" y="3595421"/>
            <a:ext cx="178308" cy="128930"/>
          </a:xfrm>
          <a:prstGeom prst="roundRect">
            <a:avLst>
              <a:gd name="adj" fmla="val 177306"/>
            </a:avLst>
          </a:prstGeom>
          <a:solidFill>
            <a:srgbClr val="E05A2B"/>
          </a:solidFill>
          <a:ln w="9525">
            <a:solidFill>
              <a:srgbClr val="E05A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81698" y="3595421"/>
            <a:ext cx="178308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5418734" y="5204765"/>
            <a:ext cx="178308" cy="128930"/>
          </a:xfrm>
          <a:prstGeom prst="roundRect">
            <a:avLst>
              <a:gd name="adj" fmla="val 177306"/>
            </a:avLst>
          </a:prstGeom>
          <a:solidFill>
            <a:srgbClr val="E05A2B"/>
          </a:solidFill>
          <a:ln w="9525">
            <a:solidFill>
              <a:srgbClr val="E05A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18734" y="5204765"/>
            <a:ext cx="178308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T64 — PromptCanvas #63: Conditional Decision Tree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2026-10-22T04:34:31Z</dcterms:created>
  <dcterms:modified xsi:type="dcterms:W3CDTF">2026-10-22T04:34:31Z</dcterms:modified>
</cp:coreProperties>
</file>