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JSON + Grammar Mask + Semantic Gate + Zero Retry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Prompt-Based JSON vs. Constrained Decoding. Why 99/100 valid replies still break pipelines — enforce shape and meaning.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JSON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token mask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Instruction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valid shape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/ CFG Token Mask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+ PDFs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Replace 'return only valid JSON' prose prompts with responseSchema / vLLM xgrammar FS...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 Mask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fields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Schema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OUTPUT CONTRACT order_id · conf 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RETRIES 0 Parse Retries Needed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Bind response_mime_type='application/json' + response_schema so every emitted token s...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Gate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MEANING (NOT JUST SHAPE) ☐ orde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record match?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Verified JSON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Pair constrained decoding with deterministic foreign-key / source-span verification a...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Retry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Field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 Wrapper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wrong_order_id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If downstream code depends on the output, never ask for structure — enforce schema an...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T79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JSON + Grammar Mask + Semantic Gate + Zero Retry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'return only valid JSON' prose prompts with responseSchema / vLLM xgrammar FSM masks.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JSON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in prose ('return only JSON') works 99 times; the 100th breaks your parser.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/ CFG Token Mask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valid shape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+ Source Span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0.96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Instruction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token mask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2341778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DECODING (GRAMMAR ENFORCED)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tokens masked to -inf before sampling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1449324" y="2341778"/>
            <a:ext cx="359450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MULTIMODAL INPUTS (UNCONSTRAINED)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keys, wrong types, or prose wrapper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+ PDFs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+ Schema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289804" y="338602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289804" y="338602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T79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JSON + Grammar Mask + Semantic Gate + Zero Retry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response_mime_type='application/json' + response_schema so every emitted token satisfies the grammar.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 Mask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Pydantic / JSON Schema into a deterministic finite-state token mask.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OUTPUT CONTRACT order_id · conf · span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RETRIES 0 Parse Retries Needed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Schema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fields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Grounding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 offsets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9178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DECODING PIPELINE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322722" y="3386023"/>
            <a:ext cx="774497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22722" y="3386023"/>
            <a:ext cx="774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512003" y="4088282"/>
            <a:ext cx="1410005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512003" y="4088282"/>
            <a:ext cx="1410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valid token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T79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JSON + Grammar Mask + Semantic Gate + Zero Retry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constrained decoding with deterministic foreign-key / source-span verification and confidence routing.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Gate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people miss: valid JSON shape does NOT guarantee the right order_id.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617013" y="1940357"/>
            <a:ext cx="2614270" cy="1405433"/>
          </a:xfrm>
          <a:prstGeom prst="roundRect">
            <a:avLst>
              <a:gd name="adj" fmla="val 3253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7013" y="1940357"/>
            <a:ext cx="2614270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MEANING (NOT JUST SHAPE) ☐ order_id exists in source CRM ☐ Calibrated conf &gt;= 0.90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2617013" y="4147718"/>
            <a:ext cx="2614270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7013" y="4147718"/>
            <a:ext cx="261427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Re-ground against source span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6118250" y="2241194"/>
            <a:ext cx="2193646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8250" y="2241194"/>
            <a:ext cx="219364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record match?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Verified JSON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6118250" y="4147718"/>
            <a:ext cx="2193646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8250" y="4147718"/>
            <a:ext cx="219364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semantic checks tried?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to Human Review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2220163" y="2642616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5231282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>
            <a:off x="721461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6933895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933895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4" name="Shape 42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6" name="Shape 44"/>
          <p:cNvSpPr/>
          <p:nvPr/>
        </p:nvSpPr>
        <p:spPr>
          <a:xfrm flipH="1">
            <a:off x="5231282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7" name="Shape 45"/>
          <p:cNvSpPr/>
          <p:nvPr/>
        </p:nvSpPr>
        <p:spPr>
          <a:xfrm>
            <a:off x="5452567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452567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1613002" y="2642616"/>
            <a:ext cx="1004011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T79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JSON + Grammar Mask + Semantic Gate + Zero Retry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downstream code depends on the output, never ask for structure — enforce schema and verify semantics.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Pass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→ 100.0%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Retries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277417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 → 0.0%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Audit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12164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 + Conf Gate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Controlled Gen • vLLM Outlines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Retry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Prompt-only JSON trap vs. Constrained Decoding + Semantic Gate in production.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 · PRODUCTION SCORECARD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74228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PROMPT-ONLY JSON FAILURE MODES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pass = compound loop rot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wrong_order_id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Field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Type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 Wrapper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Pollution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semantic bug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351422" y="3335731"/>
            <a:ext cx="933602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351422" y="3335731"/>
            <a:ext cx="933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T79 — Constrained Decoding &amp; Semantic Gate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2026-10-29T13:43:41Z</dcterms:created>
  <dcterms:modified xsi:type="dcterms:W3CDTF">2026-10-29T13:43:41Z</dcterms:modified>
</cp:coreProperties>
</file>