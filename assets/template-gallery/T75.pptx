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+ Library + Nervous System + Hands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an AI Agent: 5 Building Blocks explained visually. How LLM, RAG, MCP, and Skills combine into an agent, with prompts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+ Library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&amp; plans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LLM = The Brain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knowledge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Enterprise Docs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RAG = Library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Pair the LLM Brain with a hybrid RAG Library so every response cites live enterprise...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Nervous System &amp; Skills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USB-C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MCP = Nerves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MCP TOOLS DBs · APIs · Git ·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MEMORY SOPs Repeatable Team Pla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Connect tools through MCP (the nervous system) and encode team workflows as reusable...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Hands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AI AGENT = BRAIN + HANDS ☐ Plan ste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verified complete?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Verified Outcome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5-Block Maturity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Cutoff Blind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Glue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team_sop.md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Audit every agent against all 5 blocks: LLM Brain, RAG Library, MCP Nervous System, S...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T75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+ Library + Nervous System + Hands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the LLM Brain with a hybrid RAG Library so every response cites live enterprise documents before taking action.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+ Library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1 &amp; 2: Pair the reasoning LLM Brain with a live RAG Library.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Enterprise Docs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knowledge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Citations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hallucinations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LLM = The Brain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&amp; plans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+ Library thinks with your latest facts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THE BRAIN (LLM) + 02 LIBRARY (RAG)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24928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COGNITIVE ENGINE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alone is smart but blind to private data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RAG = Library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Reranker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222138" y="3386023"/>
            <a:ext cx="69585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222138" y="3386023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T75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+ Library + Nervous System + Hands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tools through MCP (the nervous system) and encode team workflows as reusable SKILL.md files (muscle memory).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Nervous System &amp; Skills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3 &amp; 4: MCP connects external tools while Skills encode repeatable SOPs.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MCP TOOLS DBs · APIs · Git · Slack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MEMORY SOPs Repeatable Team Playbooks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MCP = Nerves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USB-C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Skills = Memory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SOPs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85932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NERVOUS SYSTEM (MCP) + 04 SKILLS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322722" y="3386023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22722" y="3386023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631790" y="4088282"/>
            <a:ext cx="1171346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631790" y="4088282"/>
            <a:ext cx="1171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feedback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T75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+ Library + Nervous System + Hands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5660136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5896051" y="5101438"/>
            <a:ext cx="538033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Brain (LLM), Library (RAG), Nervous System (MCP), and Muscle Memory (Skills) into a self-verifying Agent loop.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Hands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5: The AI Agent combines Brain + Hands to plan, act, verify &amp; adapt.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AI AGENT = BRAIN + HANDS ☐ Plan steps with RAG + Skill ☐ Execute action via MCP tool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plan from tool error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verified complete?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Verified Outcome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 required?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+ ask human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goal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9" name="Shape 37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2" name="Shape 40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5" name="Shape 43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T75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+ Library + Nervous System + Hands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agent against all 5 blocks: LLM Brain, RAG Library, MCP Nervous System, SKILL.md Muscle Memory, and Action Guard.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Brain + RAG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+ Vertex Search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MCP + Skills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Bus + SKILL.md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Agent Hands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33195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task completion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ADK • MCP / OpenHands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5-Block Maturity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text chatbot vs. complete 5-Block Production AI Agent.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5-BLOCK AGENT ANATOMY SCORECARD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567635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CHATBOT LIMITS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= no context or hands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team_sop.md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Cutoff Blind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Private Docs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Glue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Act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unloaded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470294" y="3335731"/>
            <a:ext cx="69585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70294" y="3335731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T75 — Anatomy of an AI Agent: 5 Building Blocks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2026-10-22T05:20:17Z</dcterms:created>
  <dcterms:modified xsi:type="dcterms:W3CDTF">2026-10-22T05:20:17Z</dcterms:modified>
</cp:coreProperties>
</file>