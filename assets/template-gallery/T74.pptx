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+ Secret Proxy + Sandbox Loop + 6-Vendor Matrix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Agent Sandbox Landscape across Google, AWS, MSFT &amp; NVIDIA. How top AI labs isolate untrusted agent code, with prompts to 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Isolation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syscalls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Bash / Python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kernel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gVisor / Firecracker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3rd-Party Packages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Execute all agent-generated Python and Bash inside a gVisor or Firecracker microVM wi...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Proxy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short-lived JWT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SECRET BROKER Keys Never Ente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 / DPU ENFORCEMENT GKE Gateway · Bl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Never mount raw API keys inside the sandbox — inject credentials at the outbound prox...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Loop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SYSCALL &amp; EGRESS GUARD ☐ Syscall allow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Syscall &amp; egress clean?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Output + Wipe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→ Full 16:9 Diagram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6-Vendor Matrix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Kernel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Egress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seccomp.json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Select GKE Agent Sandbox (gVisor) or Firecracker microVMs with externalized secret pr...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T74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+ Secret Proxy + Sandbox Loop + 6-Vendor Matrix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all agent-generated Python and Bash inside a gVisor or Firecracker microVM with an ephemeral filesystem.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Isolation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standard Docker containers fail when agents write and run arbitrary code.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gVisor / Firecracker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kernel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RootFS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wiped every run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Bash / Python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syscalls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Hardware/OS virtualization blocks host escape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449324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AGENT CODE EXECUTION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24928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SANDBOX BOUNDARY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host kernel = container escape risk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3rd-Party Packages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Sockets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microVM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182819" y="3386023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182819" y="3386023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T74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+ Secret Proxy + Sandbox Loop + 6-Vendor Matrix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mount raw API keys inside the sandbox — inject credentials at the outbound proxy using short-lived agent identities.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Proxy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Externalize credentials and enforce action-history policies outside the VM.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SECRET BROKER Keys Never Enter Sandbox Env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 / DPU ENFORCEMENT GKE Gateway · BlueField-4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short-lived JWT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History Log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check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85932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CREDENTIAL &amp; EGRESS PROXY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362042" y="3386023"/>
            <a:ext cx="695858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62042" y="3386023"/>
            <a:ext cx="695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591556" y="4088282"/>
            <a:ext cx="1250899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591556" y="4088282"/>
            <a:ext cx="1250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redacts output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T74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+ Secret Proxy + Sandbox Loop + 6-Vendor Matrix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5660136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5896051" y="5101438"/>
            <a:ext cx="538033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 every syscall and outbound socket; kill and wipe the microVM immediately on any unauthorized egress attempt.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Loop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 syscalls and network egress on every turn; wipe on violation.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663647" y="1990649"/>
            <a:ext cx="2521001" cy="1304849"/>
          </a:xfrm>
          <a:prstGeom prst="roundRect">
            <a:avLst>
              <a:gd name="adj" fmla="val 3504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3647" y="1990649"/>
            <a:ext cx="2521001" cy="130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SYSCALL &amp; EGRESS GUARD ☐ Syscall allowed by gVisor ☐ Host on egress allowlist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socket + return error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Syscall &amp; egress clean?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Output + Wipe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/ exfil attack?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VM + Quarantine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cmd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3" name="Shape 31"/>
          <p:cNvSpPr/>
          <p:nvPr/>
        </p:nvSpPr>
        <p:spPr>
          <a:xfrm>
            <a:off x="2220163" y="2642616"/>
            <a:ext cx="443484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5183734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9" name="Shape 37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2" name="Shape 40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4" name="Shape 42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5" name="Shape 43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T74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+ Secret Proxy + Sandbox Loop + 6-Vendor Matrix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GKE Agent Sandbox (gVisor) or Firecracker microVMs with externalized secret proxies for all code-execution agents.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+ AWS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GKE gVisor • Strands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MSFT + NVIDIA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333195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MXC • OpenShell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PPLX + OpenAI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01191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VM • 7 SDKs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GKE Agent Sandbox • E2B / Daytona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6-Vendor Matrix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Google, AWS, Microsoft, NVIDIA, Perplexity &amp; OpenAI isolate agents.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6-VENDOR SANDBOX LANDSCAPE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567635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HOST-SHARED CONTAINER RISKS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kernel + env keys = leak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seccomp.json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Kernel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Key Leak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Egress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State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470294" y="3335731"/>
            <a:ext cx="69585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70294" y="3335731"/>
            <a:ext cx="695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T74 — 6-Vendor AI Agent Sandbox Isolation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2026-10-22T05:20:14Z</dcterms:created>
  <dcterms:modified xsi:type="dcterms:W3CDTF">2026-10-22T05:20:14Z</dcterms:modified>
</cp:coreProperties>
</file>