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 + Serverless RAG + Streams + Security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Google Cloud Concepts Every AI Engineer Must Know. How the 12 GCP building blocks fit together, with prompts to 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Model Core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· tune · eval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Vertex AI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+ tool calls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Gemini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Use Gemini API for fast multimodal reasoning and Vertex AI TPU/GPU endpoints for fine...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&amp; Vector RAG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&amp; GPU pods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4–5. Run &amp; GKE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CLOUD STORAGE (GCS) Raw Docs · Data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AUTOSCALED SERVING Scale-to-Zero · Mul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Deploy stateless agent APIs on Cloud Run, heavy GPU orchestrators on GKE, and embeddi...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Data Pipeline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DATAFLOW STREAMING ETL ☐ Clean, chu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transform valid?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BigQuery Gold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→ Full 16:9 Diagram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&amp; Monitoring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Keys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Stalls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alerts.tf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Enforce least-privilege IAM + Secret Manager (zero hardcoded keys) and track p99 late...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T76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 + Serverless RAG + Streams + Security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Gemini API for fast multimodal reasoning and Vertex AI TPU/GPU endpoints for fine-tuned low-latency models.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Model Core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1–3: Vertex AI platform, Gemini API &amp; TPU/GPU accelerators.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+ tool calls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TPU / GPU Endpoints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low-latency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Vertex AI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· tune · eval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Model Garden, Eval &amp; Endpoint Registry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449324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01–03: AI PLATFORM &amp; ACCELERATORS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24928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INFERENCE TIER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foundation models + custom accelerator pods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Gemini API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TPUs &amp; GPUs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261458" y="3386023"/>
            <a:ext cx="61630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261458" y="3386023"/>
            <a:ext cx="616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T76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 + Serverless RAG + Streams + Security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stateless agent APIs on Cloud Run, heavy GPU orchestrators on GKE, and embeddings in Vertex Vector Search + GCS.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&amp; Vector RAG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4–7: Cloud Run, GKE, Vertex Vector Search &amp; Cloud Storage.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CLOUD STORAGE (GCS) Raw Docs · Datasets · Weights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AUTOSCALED SERVING Scale-to-Zero · Multi-Zone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4–5. Run &amp; GKE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&amp; GPU pods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Vector Search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sub-10ms ANN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85932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04–07: COMPUTE + VECTOR MEMORY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362042" y="3386023"/>
            <a:ext cx="695858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62042" y="3386023"/>
            <a:ext cx="695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671109" y="4088282"/>
            <a:ext cx="1092708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671109" y="4088282"/>
            <a:ext cx="10927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chunks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T76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 + Serverless RAG + Streams + Security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5660136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5896051" y="5101438"/>
            <a:ext cx="538033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 async agent webhooks with Cloud Pub/Sub, transform streams in Dataflow, and store features + logs in BigQuery.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Data Pipeline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8–10: Cloud Pub/Sub, Dataflow streaming &amp; BigQuery warehouse.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663647" y="1990649"/>
            <a:ext cx="2521001" cy="1304849"/>
          </a:xfrm>
          <a:prstGeom prst="roundRect">
            <a:avLst>
              <a:gd name="adj" fmla="val 3504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3647" y="1990649"/>
            <a:ext cx="2521001" cy="130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DATAFLOW STREAMING ETL ☐ Clean, chunk &amp; embed events ☐ Validate schema &amp; PII rules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Auto-heal schema + replay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transform valid?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BigQuery Gold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retries exceeded?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Dead-Letter Topic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pub/sub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3" name="Shape 31"/>
          <p:cNvSpPr/>
          <p:nvPr/>
        </p:nvSpPr>
        <p:spPr>
          <a:xfrm>
            <a:off x="2220163" y="2642616"/>
            <a:ext cx="443484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5183734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9" name="Shape 37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2" name="Shape 40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4" name="Shape 42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5" name="Shape 43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T76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 + Serverless RAG + Streams + Security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least-privilege IAM + Secret Manager (zero hardcoded keys) and track p99 latency, token spend, and drift in Cloud Monitoring.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IAM &amp; Secrets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ID • 0 keys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Monitoring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• Token • Error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Efficiency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33195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Scale-to-zero + FinOps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+ BigQuery + Cloud Run + GKE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&amp; Monitoring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11–12: IAM + Secret Manager security and Cloud Monitoring.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11–12: SECURITY &amp; OBSERVABILITY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567635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UNMANAGED AI INFRA RISKS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Leaked keys + blind drift = outage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alerts.tf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Keys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GPUs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Stalls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Drift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470294" y="3335731"/>
            <a:ext cx="69585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70294" y="3335731"/>
            <a:ext cx="695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T76 — 12 Google Cloud Concepts for AI Engineers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2026-10-22T05:20:21Z</dcterms:created>
  <dcterms:modified xsi:type="dcterms:W3CDTF">2026-10-22T05:20:21Z</dcterms:modified>
</cp:coreProperties>
</file>