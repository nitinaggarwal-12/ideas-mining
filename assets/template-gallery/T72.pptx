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Loop + Micro-Skills + Tool Pruning + SWE-Bench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 Berkeley &amp; Microsoft TokenEconomizer. Black-box cost control for coding agents (-30.9% cost),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Loop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input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+ Repo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recipes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Micro-Skills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MCP Tools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Wrap our coding agent in a trace analyzer that emits micro-skills, pruned tool subset...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Pruning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3-line recipe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Micro-Skill Match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AGENT CONTEXT -68% Schema Tokens 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BANK 30/30 Setups Cheaper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Prune unused MCP tool schemas before turn 1 and inject the matching 3-line micro-skil...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Intervention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PROGRESS CHECK ☐ New diff o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progress made?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Pass@1 Verified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Gains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Schemas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Spin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prior_traces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Track mean token cost and Pass@1 across repo tasks; enforce tool pruning and micro-sk...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T72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Loop + Micro-Skills + Tool Pruning + SWE-Bench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our coding agent in a trace analyzer that emits micro-skills, pruned tool subsets, and loop limits before each task.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controller observes task traces and emits policies for the next run.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Micro-Skills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recipes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 Pruning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→ 3 active tools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+ Repo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input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Loop Intervention stops unproductive spin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AGENT EXECUTION TRACE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EXPERIENCE-DRIVEN POLICIES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wrapper — zero model weight changes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MCP Tools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Cost Log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economizer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182819" y="3386023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182819" y="3386023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T72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Loop + Micro-Skills + Tool Pruning + SWE-Bench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unused MCP tool schemas before turn 1 and inject the matching 3-line micro-skill from previously solved repo issues.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Pruning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irrelevant tool schemas and inject 3-line micro-skills from prior wins.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AGENT CONTEXT -68% Schema Tokens · Fast Plan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BANK 30/30 Setups Cheaper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Micro-Skill Match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3-line recipe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Pruner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→ 3 tools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PRE-TASK CONTEXT OPTIMIZATION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injector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242255" y="3386023"/>
            <a:ext cx="933602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42255" y="3386023"/>
            <a:ext cx="933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671109" y="4088282"/>
            <a:ext cx="109270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71109" y="4088282"/>
            <a:ext cx="10927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savings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T72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Loop + Micro-Skills + Tool Pruning + SWE-Bench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coding trajectories every turn; if edit/test steps stall for 3 turns, inject a recovery micro-skill or compact context.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Intervention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trajectory spin early and intervene before context tokens explode.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PROGRESS CHECK ☐ New diff or test signal ☐ No repeated bash error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recovery micro-skill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progress made?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Pass@1 Verified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Stalled &gt;= 3 turns?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+ pivot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step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T72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Loop + Micro-Skills + Tool Pruning + SWE-Bench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mean token cost and Pass@1 across repo tasks; enforce tool pruning and micro-skill injection on every coding run.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Token Cost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-18.4% to -30.9%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Setups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 configs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Pass@1 Solve Rate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269187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in 4 of 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Gemini • OpenHands / ADK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Gains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unpruned coding agent vs. TokenEconomizer across 30 configurations.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VERIFIED RESULTS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UNPRUNED AGENT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tools + spin = token bloat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prior_traces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Schemas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Search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Spin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390742" y="3335731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390742" y="3335731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T72 — TokenEconomizer Black-Box Cost Controller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2026-10-22T05:20:06Z</dcterms:created>
  <dcterms:modified xsi:type="dcterms:W3CDTF">2026-10-22T05:20:06Z</dcterms:modified>
</cp:coreProperties>
</file>