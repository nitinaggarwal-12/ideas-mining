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Workflows + Plugins + Skills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open-source repos for production AI agents. How to assemble a modular agent stack in hours,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roles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agency-agents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Boundaries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adk-samples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Scaffold our multi-agent workflow from google/adk-samples and assign each specialist...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&amp; Plugins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agents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wshobson/agents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ORCHESTRATION 184 Skills · 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MCP PLUGINS BigQuery · Drive · 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Load only the domain plugins and slash commands required for the active job instead o...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Skills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05: ADDY OSMANI SKILLS ☐ Spec &amp; 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25 checks pass?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Verified PR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Impact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Prompt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QA Skills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eval_suite.py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Standardize team agents on the 5-repo stack: agency-agents, wshobson/agents, work-plu...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Workflows + Plugins + Skills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our multi-agent workflow from google/adk-samples and assign each specialist role a strict tool boundary.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Code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battle-tested specialist personas and working reference apps.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Boundaries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Blueprints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ready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agency-agents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roles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boilerplate — clone proven handoff patterns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 01 &amp; 04: ROLES + QUICKSTARTS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26806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AGENT SKELETON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prompts + working multi-agent templates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adk-samples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quickstarts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89804" y="338602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89804" y="338602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Workflows + Plugins + Skills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only the domain plugins and slash commands required for the active job instead of stuffing all 184 skills in context.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&amp; Plugins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composable multi-agent commands and domain MCP plugins on demand.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ORCHESTRATION 184 Skills · 105 Slash Cmds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MCP PLUGINS BigQuery · Drive · GitHub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wshobson/agents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agents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work-plugins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commands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5932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 02 &amp; 03: WORKFLOWS + PLUGINS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429707" y="338602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29707" y="338602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631790" y="4088282"/>
            <a:ext cx="117134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31790" y="4088282"/>
            <a:ext cx="1171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state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Workflows + Plugins + Skills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5660136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5896051" y="5101438"/>
            <a:ext cx="538033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Addy Osmani’s verification and debugging skills before marking any implementation task complete.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Skills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Addy Osmani’s 25 verification &amp; debugging skills enforce engineering rigor.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05: ADDY OSMANI SKILLS ☐ Spec &amp; type safety verified ☐ Edge &amp; security tests green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debugging skill + fix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25 checks pass?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Verified PR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fix cycles used?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+ report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</a:t>
            </a:r>
            <a:endParaRPr lang="en-US" sz="1370" dirty="0"/>
          </a:p>
        </p:txBody>
      </p:sp>
      <p:sp>
        <p:nvSpPr>
          <p:cNvPr id="31" name="Shape 29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3" name="Shape 31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9" name="Shape 37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1" name="Shape 39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2" name="Shape 40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4" name="Shape 42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7" name="Shape 45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T70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+ Workflows + Plugins + Skills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team agents on the 5-repo stack: agency-agents, wshobson/agents, work-plugins, adk-samples, and agent-skills.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Time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333195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wks → 4 hrs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 Skills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209 skills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QA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01191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→ 92% pass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ADK • wshobson / agent-skills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Impact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From-scratch custom glue vs. the 5-repo modular agent engineering stack.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5-REPO MODULAR STACK SCORECARD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567635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FROM-SCRATCH AGENT RISKS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glue = slow &amp; fragile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eval_suite.py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Prompt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Glue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QA Skills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Tools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unbuilt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430975" y="3335731"/>
            <a:ext cx="77449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30975" y="3335731"/>
            <a:ext cx="7744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T70 — 5 Open-Source Agent Repos Stack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2026-10-22T05:19:57Z</dcterms:created>
  <dcterms:modified xsi:type="dcterms:W3CDTF">2026-10-22T05:19:57Z</dcterms:modified>
</cp:coreProperties>
</file>