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T57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#56: Side-by-Side Runtime Toggles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67174" y="1253642"/>
            <a:ext cx="3453689" cy="844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Side-by-Side Comparison Raw Gemini API vs. Vertex AI Agent Engine Comparing stateless model inference with a fully managed, enterprise grade agent runtime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46474" y="5881421"/>
            <a:ext cx="3695090" cy="232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ENTERPRISE AI GUIDE • VERTEX AI AGENT ENGINE • REVISION 2026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464101" y="2519172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2564" y="255026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130698" y="263713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0698" y="263713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512564" y="2790749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EPHEMERAL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512564" y="2903220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2564" y="2903220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custom database pipelin..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6246266" y="2519172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4730" y="255026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913778" y="263713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13778" y="263713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294730" y="2790749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/ MANAGED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294730" y="2903220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4730" y="2903220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 tracks, persists, ..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464101" y="3219602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2564" y="325069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130698" y="333756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0698" y="333756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12564" y="3491179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UNSANDBOXED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512564" y="3603650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2564" y="3603650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Executing code from tool outputs..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6246266" y="3219602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4730" y="325069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913778" y="333756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3778" y="333756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294730" y="3491179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VPC / ISOLATED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294730" y="3603650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4730" y="3603650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Safely runs code and scripts ins..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464101" y="3920033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12564" y="395112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130698" y="403799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0698" y="403799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512564" y="419161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/ MANUALLY GROUNDED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512564" y="4304081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12564" y="4304081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manual RAG pipelines, c..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246266" y="3920033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4730" y="3951122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913778" y="4037990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3778" y="4037990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294730" y="419161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RAG &amp; SEARCH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6294730" y="4304081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94730" y="4304081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Direct, secure ingestion from Bi..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4464101" y="4620463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12564" y="4651553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5130698" y="4738421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0698" y="4738421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512564" y="489204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CODE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512564" y="5004511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2564" y="5004511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custom code for safety fil..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6246266" y="4620463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94730" y="4651553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6913778" y="4738421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13778" y="4738421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294730" y="489204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POLICY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294730" y="5004511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94730" y="5004511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safety filtering, program..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464101" y="5320894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12564" y="5351983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5130698" y="5438851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30698" y="5438851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512564" y="559247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PIPELINES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4512564" y="5704942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12564" y="5704942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integration required to co..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6246266" y="5320894"/>
            <a:ext cx="1477670" cy="512064"/>
          </a:xfrm>
          <a:prstGeom prst="roundRect">
            <a:avLst>
              <a:gd name="adj" fmla="val 8929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94730" y="5351983"/>
            <a:ext cx="856793" cy="768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6913778" y="5438851"/>
            <a:ext cx="143561" cy="143561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913778" y="5438851"/>
            <a:ext cx="1435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6294730" y="5592470"/>
            <a:ext cx="1380744" cy="96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NATIVE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6294730" y="5704942"/>
            <a:ext cx="1380744" cy="92354"/>
          </a:xfrm>
          <a:prstGeom prst="roundRect">
            <a:avLst>
              <a:gd name="adj" fmla="val 59406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94730" y="5704942"/>
            <a:ext cx="1380744" cy="92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Native, out-of-the-box IAM secur..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6440119" y="2152498"/>
            <a:ext cx="1149401" cy="173736"/>
          </a:xfrm>
          <a:prstGeom prst="roundRect">
            <a:avLst>
              <a:gd name="adj" fmla="val 131579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40119" y="2152498"/>
            <a:ext cx="1149401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710989" y="2152498"/>
            <a:ext cx="985723" cy="173736"/>
          </a:xfrm>
          <a:prstGeom prst="roundRect">
            <a:avLst>
              <a:gd name="adj" fmla="val 131579"/>
            </a:avLst>
          </a:prstGeom>
          <a:solidFill>
            <a:srgbClr val="0D152C"/>
          </a:solidFill>
          <a:ln w="9525">
            <a:solidFill>
              <a:srgbClr val="0D152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10989" y="2152498"/>
            <a:ext cx="985723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Gemini API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5541264" y="2393899"/>
            <a:ext cx="1106424" cy="106070"/>
          </a:xfrm>
          <a:prstGeom prst="roundRect">
            <a:avLst>
              <a:gd name="adj" fmla="val 4310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41264" y="2393899"/>
            <a:ext cx="1106424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5541264" y="3094330"/>
            <a:ext cx="1106424" cy="106070"/>
          </a:xfrm>
          <a:prstGeom prst="roundRect">
            <a:avLst>
              <a:gd name="adj" fmla="val 4310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41264" y="3094330"/>
            <a:ext cx="1106424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SANDBOXING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5541264" y="3794760"/>
            <a:ext cx="1106424" cy="106070"/>
          </a:xfrm>
          <a:prstGeom prst="roundRect">
            <a:avLst>
              <a:gd name="adj" fmla="val 4310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541264" y="3794760"/>
            <a:ext cx="1106424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GROUNDING</a:t>
            </a:r>
            <a:endParaRPr lang="en-US" sz="650" dirty="0"/>
          </a:p>
        </p:txBody>
      </p:sp>
      <p:sp>
        <p:nvSpPr>
          <p:cNvPr id="92" name="Shape 90"/>
          <p:cNvSpPr/>
          <p:nvPr/>
        </p:nvSpPr>
        <p:spPr>
          <a:xfrm>
            <a:off x="5541264" y="4495190"/>
            <a:ext cx="1106424" cy="106070"/>
          </a:xfrm>
          <a:prstGeom prst="roundRect">
            <a:avLst>
              <a:gd name="adj" fmla="val 4310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41264" y="4495190"/>
            <a:ext cx="1106424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CONTROL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5541264" y="5195621"/>
            <a:ext cx="1106424" cy="106070"/>
          </a:xfrm>
          <a:prstGeom prst="roundRect">
            <a:avLst>
              <a:gd name="adj" fmla="val 4310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541264" y="5195621"/>
            <a:ext cx="1106424" cy="10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ECOSYSTEM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6003036" y="2683764"/>
            <a:ext cx="183794" cy="1837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003036" y="2683764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6003036" y="3384194"/>
            <a:ext cx="183794" cy="1837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03036" y="3384194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100" name="Shape 98"/>
          <p:cNvSpPr/>
          <p:nvPr/>
        </p:nvSpPr>
        <p:spPr>
          <a:xfrm>
            <a:off x="6003036" y="4084625"/>
            <a:ext cx="183794" cy="1837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03036" y="4084625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6003036" y="4785055"/>
            <a:ext cx="183794" cy="1837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03036" y="4785055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6003036" y="5485486"/>
            <a:ext cx="183794" cy="1837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003036" y="5485486"/>
            <a:ext cx="183794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02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02–02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T57 • SECTION 01 OF 01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#56: Side-by-Side Runtime Toggles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3874313" y="491033"/>
            <a:ext cx="4390949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Side-by-Side Comparison Raw Gemini API vs. Vertex AI Agent Engine Comparing stateless model inference with a fully managed, enterprise grade agent runtime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solidFill>
            <a:srgbClr val="0B132B"/>
          </a:solidFill>
          <a:ln w="9525">
            <a:solidFill>
              <a:srgbClr val="0B13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0694" y="6375197"/>
            <a:ext cx="4698187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ENTERPRISE AI GUIDE • VERTEX AI AGENT ENGINE • REVISION 2026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3996842" y="2100377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8107" y="2139696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45406" y="2250338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5406" y="2250338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058107" y="2445106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EPHEMERAL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058107" y="2588666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8107" y="2588666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custom database pipelin..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263640" y="2100377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4905" y="2139696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7112203" y="2250338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12203" y="2250338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324905" y="2445106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/ MANAGED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324905" y="2588666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4905" y="2588666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 tracks, persists, ..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996842" y="2991002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8107" y="3030322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845406" y="3140964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5406" y="3140964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058107" y="3335731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UNSANDBOXED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058107" y="3479292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8107" y="3479292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Executing code from tool outputs..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263640" y="2991002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4905" y="3030322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112203" y="3140964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2203" y="3140964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6324905" y="3335731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VPC / ISOLATED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6324905" y="3479292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4905" y="3479292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Safely runs code and scripts ins..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3996842" y="3881628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8107" y="3920947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4845406" y="4031590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5406" y="4031590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058107" y="4226357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/ MANUALLY GROUNDED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058107" y="4369918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58107" y="4369918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 manual RAG pipelines, c..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263640" y="3881628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4905" y="3920947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7112203" y="4031590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12203" y="4031590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6324905" y="4226357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RAG &amp; SEARCH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324905" y="4369918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4905" y="4369918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Direct, secure ingestion from Bi..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996842" y="4772254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58107" y="4811573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845406" y="4922215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5406" y="4922215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058107" y="5116982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CODE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4058107" y="5260543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58107" y="5260543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custom code for safety fil..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6263640" y="4772254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24905" y="4811573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112203" y="4922215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12203" y="4922215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324905" y="5116982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PROGRAMMATIC POLICY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6324905" y="5260543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24905" y="5260543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 safety filtering, program..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3996842" y="5661965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6F6F4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58107" y="5701284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845406" y="5811926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5406" y="5811926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4058107" y="6006694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PIPELINES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4058107" y="6150254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58107" y="6150254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Heavy integration required to co..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6263640" y="5661965"/>
            <a:ext cx="1879092" cy="651053"/>
          </a:xfrm>
          <a:prstGeom prst="roundRect">
            <a:avLst>
              <a:gd name="adj" fmla="val 7022"/>
            </a:avLst>
          </a:prstGeom>
          <a:solidFill>
            <a:srgbClr val="FAF9F6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324905" y="5701284"/>
            <a:ext cx="1089965" cy="97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7112203" y="5811926"/>
            <a:ext cx="181966" cy="181966"/>
          </a:xfrm>
          <a:prstGeom prst="ellipse">
            <a:avLst/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12203" y="5811926"/>
            <a:ext cx="181966" cy="18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6324905" y="6006694"/>
            <a:ext cx="1756562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NATIVE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6324905" y="6150254"/>
            <a:ext cx="1756562" cy="117043"/>
          </a:xfrm>
          <a:prstGeom prst="roundRect">
            <a:avLst>
              <a:gd name="adj" fmla="val 46875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24905" y="6150254"/>
            <a:ext cx="1756562" cy="117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Native, out-of-the-box IAM secur..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508699" y="1633118"/>
            <a:ext cx="1462126" cy="221285"/>
          </a:xfrm>
          <a:prstGeom prst="roundRect">
            <a:avLst>
              <a:gd name="adj" fmla="val 103306"/>
            </a:avLst>
          </a:prstGeom>
          <a:solidFill>
            <a:srgbClr val="0F766E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08699" y="1633118"/>
            <a:ext cx="1462126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4310482" y="1633118"/>
            <a:ext cx="1252728" cy="221285"/>
          </a:xfrm>
          <a:prstGeom prst="roundRect">
            <a:avLst>
              <a:gd name="adj" fmla="val 103306"/>
            </a:avLst>
          </a:prstGeom>
          <a:solidFill>
            <a:srgbClr val="0D152C"/>
          </a:solidFill>
          <a:ln w="9525">
            <a:solidFill>
              <a:srgbClr val="0D152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310482" y="1633118"/>
            <a:ext cx="1252728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Gemini API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5366614" y="1940357"/>
            <a:ext cx="1406347" cy="135331"/>
          </a:xfrm>
          <a:prstGeom prst="roundRect">
            <a:avLst>
              <a:gd name="adj" fmla="val 3378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66614" y="1940357"/>
            <a:ext cx="140634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PERSISTENCE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366614" y="2830982"/>
            <a:ext cx="1406347" cy="135331"/>
          </a:xfrm>
          <a:prstGeom prst="roundRect">
            <a:avLst>
              <a:gd name="adj" fmla="val 3378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66614" y="2830982"/>
            <a:ext cx="140634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SANDBOXING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366614" y="3721608"/>
            <a:ext cx="1406347" cy="135331"/>
          </a:xfrm>
          <a:prstGeom prst="roundRect">
            <a:avLst>
              <a:gd name="adj" fmla="val 3378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366614" y="3721608"/>
            <a:ext cx="140634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GROUNDING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366614" y="4612234"/>
            <a:ext cx="1406347" cy="135331"/>
          </a:xfrm>
          <a:prstGeom prst="roundRect">
            <a:avLst>
              <a:gd name="adj" fmla="val 3378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366614" y="4612234"/>
            <a:ext cx="140634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CONTROL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5366614" y="5502859"/>
            <a:ext cx="1406347" cy="135331"/>
          </a:xfrm>
          <a:prstGeom prst="roundRect">
            <a:avLst>
              <a:gd name="adj" fmla="val 33784"/>
            </a:avLst>
          </a:prstGeom>
          <a:solidFill>
            <a:srgbClr val="FAF8F2"/>
          </a:solidFill>
          <a:ln w="11430">
            <a:solidFill>
              <a:srgbClr val="CBD5E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366614" y="5502859"/>
            <a:ext cx="1406347" cy="13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ECOSYSTEM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5953658" y="2308860"/>
            <a:ext cx="233172" cy="23317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953658" y="2308860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5953658" y="3199486"/>
            <a:ext cx="233172" cy="23317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53658" y="3199486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5953658" y="4090111"/>
            <a:ext cx="233172" cy="23317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53658" y="4090111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953658" y="4980737"/>
            <a:ext cx="233172" cy="23317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953658" y="4980737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5953658" y="5871362"/>
            <a:ext cx="233172" cy="23317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3341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53658" y="5871362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T57 — PromptCanvas #56: Side-by-Side Runtime Toggles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2026-10-22T04:34:11Z</dcterms:created>
  <dcterms:modified xsi:type="dcterms:W3CDTF">2026-10-22T04:34:11Z</dcterms:modified>
</cp:coreProperties>
</file>