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T65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#64: 5x4 Feature Evaluation Matrix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72661" y="1369771"/>
            <a:ext cx="3444545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Matrix Grid Multi-criteria evaluation and capability scoring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372661" y="5650078"/>
            <a:ext cx="3444545" cy="319126"/>
          </a:xfrm>
          <a:prstGeom prst="roundRect">
            <a:avLst>
              <a:gd name="adj" fmla="val 14327"/>
            </a:avLst>
          </a:prstGeom>
          <a:solidFill>
            <a:srgbClr val="EEF2F6"/>
          </a:solidFill>
          <a:ln w="13335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2661" y="5650078"/>
            <a:ext cx="3444545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Modular &amp; distributed options excel in state management, whereas isolated sandboxing requires specific sandbox/VPC container support.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372661" y="22686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(System state, DB connectors, checkpointers)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067605" y="22686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Checkpoint DB integrations Restarts &amp; time-travel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754319" y="22686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Bundled SQLite adapter Ready-to-use persistence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440119" y="22686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DISTRIBUTED State sync across nodes Fault-tolerant backups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7125919" y="22686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EXTERNAL Needs custom pipeline No default state manager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372661" y="2838298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Isolation (Secure execution boundaries &amp; sandboxing)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067605" y="2838298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MANUAL VPC &amp; container setup Required user config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754319" y="2838298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LIMITED Host OS dependency OS-level execution only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440119" y="2838298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SECURE Docker / microVMs Isolated runtime environments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125919" y="2838298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NONE Raw unconstrained access Executes on localhost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372661" y="3407969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Intervention (User interaction &amp; approval breakpoints)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067605" y="3407969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Interrupts &amp; approvals Flexible validation loop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754319" y="3407969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SUPPORTED Simple breakpoint hooks Basic pause checkpoints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40119" y="3407969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INTEGRATED Feedback loop workflows Structured intervention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125919" y="3407969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LIMITED Hardcoded manual scripts Fragile UX integrations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372661" y="3978554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Memory (Retrieval-augmented, stateful memory)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067605" y="3978554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Long &amp; short-term DB Flexible cognitive memory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754319" y="3978554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Standard context cache Basic memory buffers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440119" y="3978554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DISTRIBUTED Cluster semantic store Shared memory pools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125919" y="3978554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VOLATILE Runtime RAM memory Lost upon termination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372661" y="45482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Scale (Multi-process task concurrency)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067605" y="45482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SCALABLE Flexible process mesh Multi-thread execution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5754319" y="45482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MODERATE Sequential process focus Single-thread execution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440119" y="45482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ADVANCED Dynamic peer delegation Infinite async workflows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125919" y="4548226"/>
            <a:ext cx="67665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BASIC Single-loop execution Simple inline tasks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067605" y="5127955"/>
            <a:ext cx="6766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4.2 / 5 Best for Custom Workflows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754319" y="5127955"/>
            <a:ext cx="6766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3.8 / 5 Best for Out-of-the- Box Setup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440119" y="5127955"/>
            <a:ext cx="6766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4.8 / 5 Best for Scaled Operations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125919" y="5127955"/>
            <a:ext cx="67665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2.2 / 5 Best for Local Prototypes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372661" y="5185562"/>
            <a:ext cx="676656" cy="313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 &amp; FIT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067605" y="1978762"/>
            <a:ext cx="6766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ALPHA (Modular &amp; Extensible)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754319" y="1978762"/>
            <a:ext cx="6766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BETA (Monolithic &amp; Built-in)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440119" y="1978762"/>
            <a:ext cx="6766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GAMMA (Distributed &amp; Mesh)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7125919" y="1978762"/>
            <a:ext cx="6766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DELTA (Lightweight &amp; Minimal)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372661" y="1997964"/>
            <a:ext cx="676656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CRITERIA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T65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#64: 5x4 Feature Evaluation Matrix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880714" y="638251"/>
            <a:ext cx="4379062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Matrix Grid Multi-criteria evaluation and capability scoring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880714" y="6079846"/>
            <a:ext cx="4379062" cy="405079"/>
          </a:xfrm>
          <a:prstGeom prst="roundRect">
            <a:avLst>
              <a:gd name="adj" fmla="val 11287"/>
            </a:avLst>
          </a:prstGeom>
          <a:solidFill>
            <a:srgbClr val="EEF2F6"/>
          </a:solidFill>
          <a:ln w="13335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0714" y="6079846"/>
            <a:ext cx="4379062" cy="405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Modular &amp; distributed options excel in state management, whereas isolated sandboxing requires specific sandbox/VPC container support.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880714" y="1781251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(System state, DB connectors, checkpointers)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764938" y="1781251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Checkpoint DB integrations Restarts &amp; time-travel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637276" y="1781251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Bundled SQLite adapter Ready-to-use persistence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508699" y="1781251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DISTRIBUTED State sync across nodes Fault-tolerant backups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381037" y="1781251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EXTERNAL Needs custom pipeline No default state manager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880714" y="2505456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Isolation (Secure execution boundaries &amp; sandboxing)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764938" y="2505456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MANUAL VPC &amp; container setup Required user config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637276" y="2505456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LIMITED Host OS dependency OS-level execution only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508699" y="2505456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SECURE Docker / microVMs Isolated runtime environments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381037" y="2505456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NONE Raw unconstrained access Executes on localhost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880714" y="3230575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Intervention (User interaction &amp; approval breakpoints)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764938" y="3230575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Interrupts &amp; approvals Flexible validation loop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637276" y="3230575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SUPPORTED Simple breakpoint hooks Basic pause checkpoints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508699" y="3230575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INTEGRATED Feedback loop workflows Structured intervention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381037" y="3230575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LIMITED Hardcoded manual scripts Fragile UX integrations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880714" y="3954780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Memory (Retrieval-augmented, stateful memory)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764938" y="3954780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Long &amp; short-term DB Flexible cognitive memory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637276" y="3954780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Standard context cache Basic memory buffers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508699" y="3954780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DISTRIBUTED Cluster semantic store Shared memory pools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381037" y="3954780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VOLATILE Runtime RAM memory Lost upon termination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880714" y="4679899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Scale (Multi-process task concurrency)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764938" y="4679899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SCALABLE Flexible process mesh Multi-thread execution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637276" y="4679899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MODERATE Sequential process focus Single-thread execution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508699" y="4679899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ADVANCED Dynamic peer delegation Infinite async workflows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381037" y="4679899"/>
            <a:ext cx="859536" cy="700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BASIC Single-loop execution Simple inline tasks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764938" y="5416906"/>
            <a:ext cx="859536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4.2 / 5 Best for Custom Workflows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637276" y="5416906"/>
            <a:ext cx="859536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3.8 / 5 Best for Out-of-the- Box Setup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508699" y="5416906"/>
            <a:ext cx="859536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4.8 / 5 Best for Scaled Operations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381037" y="5416906"/>
            <a:ext cx="859536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2.2 / 5 Best for Local Prototypes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880714" y="5490058"/>
            <a:ext cx="85953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 &amp; FIT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764938" y="1412748"/>
            <a:ext cx="859536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ALPHA (Modular &amp; Extensible)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5637276" y="1412748"/>
            <a:ext cx="859536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BETA (Monolithic &amp; Built-in)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508699" y="1412748"/>
            <a:ext cx="859536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GAMMA (Distributed &amp; Mesh)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381037" y="1412748"/>
            <a:ext cx="859536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DELTA (Lightweight &amp; Minimal)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3880714" y="1436522"/>
            <a:ext cx="8595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CRITERIA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T65 — PromptCanvas #64: 5x4 Feature Evaluation Matrix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2026-10-22T04:34:34Z</dcterms:created>
  <dcterms:modified xsi:type="dcterms:W3CDTF">2026-10-22T04:34:34Z</dcterms:modified>
</cp:coreProperties>
</file>