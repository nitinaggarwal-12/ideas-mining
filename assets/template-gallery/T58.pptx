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T58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#57: 3D Context Compression Funnel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67174" y="1272845"/>
            <a:ext cx="2918765" cy="811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7211873" y="1522476"/>
            <a:ext cx="608990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7593" y="1522476"/>
            <a:ext cx="551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874666" y="2451506"/>
            <a:ext cx="2439619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RAW INGESTION 1M Tokens 100% Volume Unfiltered input: raw docs, logs, repositories, and workspace history. RAW DATA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ARCHITECTURE GUIDE • GOOGLE CLOUD &amp; GEMINI • SEPTEMBER 2026 page • 23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67605" y="3070555"/>
            <a:ext cx="205282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METADATA FILTER 250k Tokens 25% Remaining Heuristic, date, and keyword (BM25) search &amp; filtering. METADATA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285232" y="3678631"/>
            <a:ext cx="1618488" cy="4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BIGQUERY VECTOR SEARCH 50k Tokens 5% Remaining Embeddings, cosine similarity, &amp; database/vector RAG retrieval. VECTOR SEARCH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502859" y="4287622"/>
            <a:ext cx="1183234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CROSS-ENCODER RE-RANKING 10k Tokens 1% Remaining Deep transformer scoring &amp; cross-encoder relevancy evaluation. RE-RANKED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020056" y="5533949"/>
            <a:ext cx="2149754" cy="241402"/>
          </a:xfrm>
          <a:prstGeom prst="roundRect">
            <a:avLst>
              <a:gd name="adj" fmla="val 18939"/>
            </a:avLst>
          </a:prstGeom>
          <a:solidFill>
            <a:srgbClr val="FAF8F2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5533949"/>
            <a:ext cx="21497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Ingestion-level filtering avoids token bloat, reduces model prompt hallucination, and unlocks performant, sub-second Gemini responses.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720486" y="4915814"/>
            <a:ext cx="74889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GEMINI IN- CONTEXT WINDOW High-value, exact-context chunks inserted into prompt/model context.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652260" y="5031029"/>
            <a:ext cx="550469" cy="14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PRO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995367" y="5041087"/>
            <a:ext cx="57973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 Tokens 0.2% Remaining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140550" y="3509467"/>
            <a:ext cx="541325" cy="106070"/>
          </a:xfrm>
          <a:prstGeom prst="roundRect">
            <a:avLst>
              <a:gd name="adj" fmla="val 215518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0550" y="3509467"/>
            <a:ext cx="541325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033565" y="4127602"/>
            <a:ext cx="541325" cy="106070"/>
          </a:xfrm>
          <a:prstGeom prst="roundRect">
            <a:avLst>
              <a:gd name="adj" fmla="val 215518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3565" y="4127602"/>
            <a:ext cx="541325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859829" y="4746650"/>
            <a:ext cx="541325" cy="106070"/>
          </a:xfrm>
          <a:prstGeom prst="roundRect">
            <a:avLst>
              <a:gd name="adj" fmla="val 215518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9829" y="4746650"/>
            <a:ext cx="541325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386523" y="2867558"/>
            <a:ext cx="338328" cy="144475"/>
          </a:xfrm>
          <a:prstGeom prst="roundRect">
            <a:avLst>
              <a:gd name="adj" fmla="val 31646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6523" y="2867558"/>
            <a:ext cx="338328" cy="14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75% DISCARDED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947258" y="2147926"/>
            <a:ext cx="294437" cy="96926"/>
          </a:xfrm>
          <a:prstGeom prst="roundRect">
            <a:avLst>
              <a:gd name="adj" fmla="val 47170"/>
            </a:avLst>
          </a:prstGeom>
          <a:solidFill>
            <a:srgbClr val="FAF8F2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7258" y="2147926"/>
            <a:ext cx="294437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T58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#57: 3D Context Compression Funnel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874313" y="515722"/>
            <a:ext cx="3710635" cy="103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491679" y="875995"/>
            <a:ext cx="773582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7399" y="875995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518965" y="2014423"/>
            <a:ext cx="310164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RAW INGESTION 1M Tokens 100% Volume Unfiltered input: raw docs, logs, repositories, and workspace history. RAW DATA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ARCHITECTURE GUIDE • GOOGLE CLOUD &amp; GEMINI • SEPTEMBER 2026 page • 23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64938" y="2799893"/>
            <a:ext cx="2610612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METADATA FILTER 250k Tokens 25% Remaining Heuristic, date, and keyword (BM25) search &amp; filtering. METADATA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41087" y="3574390"/>
            <a:ext cx="20574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BIGQUERY VECTOR SEARCH 50k Tokens 5% Remaining Embeddings, cosine similarity, &amp; database/vector RAG retrieval. VECTOR SEARCH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317236" y="4347972"/>
            <a:ext cx="1505102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CROSS-ENCODER RE-RANKING 10k Tokens 1% Remaining Deep transformer scoring &amp; cross-encoder relevancy evaluation. RE-RANKED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703674" y="5932627"/>
            <a:ext cx="2733142" cy="307238"/>
          </a:xfrm>
          <a:prstGeom prst="roundRect">
            <a:avLst>
              <a:gd name="adj" fmla="val 14881"/>
            </a:avLst>
          </a:prstGeom>
          <a:solidFill>
            <a:srgbClr val="FAF8F2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3674" y="5932627"/>
            <a:ext cx="273314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Ingestion-level filtering avoids token bloat, reduces model prompt hallucination, and unlocks performant, sub-second Gemini responses.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594299" y="5146243"/>
            <a:ext cx="95189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GEMINI IN- CONTEXT WINDOW High-value, exact-context chunks inserted into prompt/model context.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779362" y="5293462"/>
            <a:ext cx="70043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PRO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672584" y="5306263"/>
            <a:ext cx="7370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 Tokens 0.2% Remaining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399325" y="3359506"/>
            <a:ext cx="687629" cy="135331"/>
          </a:xfrm>
          <a:prstGeom prst="roundRect">
            <a:avLst>
              <a:gd name="adj" fmla="val 168919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9325" y="3359506"/>
            <a:ext cx="687629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264908" y="4144975"/>
            <a:ext cx="687629" cy="135331"/>
          </a:xfrm>
          <a:prstGeom prst="roundRect">
            <a:avLst>
              <a:gd name="adj" fmla="val 168919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4908" y="4144975"/>
            <a:ext cx="687629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043623" y="4931359"/>
            <a:ext cx="687629" cy="135331"/>
          </a:xfrm>
          <a:prstGeom prst="roundRect">
            <a:avLst>
              <a:gd name="adj" fmla="val 168919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3623" y="4931359"/>
            <a:ext cx="687629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80% DISCARDED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712964" y="2542032"/>
            <a:ext cx="429768" cy="184709"/>
          </a:xfrm>
          <a:prstGeom prst="roundRect">
            <a:avLst>
              <a:gd name="adj" fmla="val 24752"/>
            </a:avLst>
          </a:prstGeom>
          <a:solidFill>
            <a:srgbClr val="C83E31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2964" y="2542032"/>
            <a:ext cx="4297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75% DISCARDED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882335" y="1627632"/>
            <a:ext cx="374904" cy="122530"/>
          </a:xfrm>
          <a:prstGeom prst="roundRect">
            <a:avLst>
              <a:gd name="adj" fmla="val 37313"/>
            </a:avLst>
          </a:prstGeom>
          <a:solidFill>
            <a:srgbClr val="FAF8F2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2335" y="1627632"/>
            <a:ext cx="374904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T58 — PromptCanvas #57: 3D Context Compression Funnel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2026-10-22T04:34:14Z</dcterms:created>
  <dcterms:modified xsi:type="dcterms:W3CDTF">2026-10-22T04:34:14Z</dcterms:modified>
</cp:coreProperties>
</file>