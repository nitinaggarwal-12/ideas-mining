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Rules + Continuity + Maker-Checker + Graph Rollback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from Scratch (14 Lectures · 8 Projects). Build the deterministic engineering environment around coding agents.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Rules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concise rules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+ Layout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ledger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Multi-Session Handoff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Budget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Start by codifying repository structure, concise agent instructions, and persistent m...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+ pytest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Tests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CODING LOOP Edit · Test · Tr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TEMPLATES Harness-Creator Ski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Attach deterministic unit tests and OpenTelemetry traces to every edit loop before sc...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Maker-Checker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CHECKER GATE ☐ Tests + acc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 approves PR?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Verified Commit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Pair every Maker coding loop with an isolated Checker agent and a hard iteration cap...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Rollback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Amnesia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Self-Grading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orphan_branch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Orchestrate parallel worktrees via a checkpointed graph so any failed branch rolls ba...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T81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Rules + Continuity + Maker-Checker + Graph Rollback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by codifying repository structure, concise agent instructions, and persistent multi-session handoff ledgers.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Rules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1-2: Structure repository instructions, scoped context, and persistent memory.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Multi-Session Handoff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ledger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Scope &amp; Progress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diff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 + Layout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concise rules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2341778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3–4 · CONTINUITY &amp; SCOPE CONTROL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cross-session amnesia and scope creep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1449324" y="2341778"/>
            <a:ext cx="359450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1–2 · INSTRUCTIONS &amp; MEMORY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real application evolved across all 8 projects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Budget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Skills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261458" y="3386023"/>
            <a:ext cx="61630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261458" y="3386023"/>
            <a:ext cx="616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T81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Rules + Continuity + Maker-Checker + Graph Rollback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deterministic unit tests and OpenTelemetry traces to every edit loop before scaling autonomy.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Continuity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5-6: Wire automated test suites, observability traces, and coding loops.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CODING LOOP Edit · Test · Trace · Fix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TEMPLATES Harness-Creator Skill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Tests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+ pytest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Traces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telemetry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9178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5–6 · TESTS &amp; OBSERVABILITY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282489" y="3386023"/>
            <a:ext cx="854050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282489" y="3386023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194706" y="4088282"/>
            <a:ext cx="2044598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194706" y="408828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diff feedback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T81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Rules + Continuity + Maker-Checker + Graph Rollback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every Maker coding loop with an isolated Checker agent and a hard iteration cap so they never argue forever.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Maker-Checker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7: Separate the Builder agent from an independent Checker with max-round caps.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617013" y="1940357"/>
            <a:ext cx="2614270" cy="1405433"/>
          </a:xfrm>
          <a:prstGeom prst="roundRect">
            <a:avLst>
              <a:gd name="adj" fmla="val 3253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7013" y="1940357"/>
            <a:ext cx="2614270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CHECKER GATE ☐ Tests + acceptance checks pass ☐ Zero out-of-scope file edits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2617013" y="4147718"/>
            <a:ext cx="2614270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17013" y="4147718"/>
            <a:ext cx="261427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actionable diff critique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6118250" y="2241194"/>
            <a:ext cx="2193646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8250" y="2241194"/>
            <a:ext cx="219364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 approves PR?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Verified Commit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6118250" y="4147718"/>
            <a:ext cx="2193646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8250" y="4147718"/>
            <a:ext cx="219364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3 rounds reached?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+ Handoff</a:t>
            </a:r>
            <a:endParaRPr lang="en-US" sz="1310" dirty="0"/>
          </a:p>
        </p:txBody>
      </p:sp>
      <p:sp>
        <p:nvSpPr>
          <p:cNvPr id="29" name="Shape 27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2220163" y="2642616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5231282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>
            <a:off x="721461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6933895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933895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4" name="Shape 42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6" name="Shape 44"/>
          <p:cNvSpPr/>
          <p:nvPr/>
        </p:nvSpPr>
        <p:spPr>
          <a:xfrm flipH="1">
            <a:off x="5231282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7" name="Shape 45"/>
          <p:cNvSpPr/>
          <p:nvPr/>
        </p:nvSpPr>
        <p:spPr>
          <a:xfrm>
            <a:off x="5452567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452567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9" name="Shape 47"/>
          <p:cNvSpPr/>
          <p:nvPr/>
        </p:nvSpPr>
        <p:spPr>
          <a:xfrm flipH="1" flipV="1">
            <a:off x="1613002" y="2642616"/>
            <a:ext cx="1004011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T81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Rules + Continuity + Maker-Checker + Graph Rollback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 parallel worktrees via a checkpointed graph so any failed branch rolls back cleanly in O(1).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Lectures · 8 Phases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259129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Real-App Projects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Access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312164" cy="128016"/>
          </a:xfrm>
          <a:prstGeom prst="roundRect">
            <a:avLst>
              <a:gd name="adj" fmla="val 142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21K+ ★ · 15 Langs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• walkinglabs MIT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Rollback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8: Parallel DAG orchestration, checkpointed rollback, and curriculum coverage.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LEARN-HARNESS-ENGINEERING · CURRICULUM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74228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PROMPT-ONLY CODING DEMO GAPS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Happy-path courses skip rollback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orphan_branch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Amnesia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Drift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Self-Grading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Rollback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unverified state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271870" y="3335731"/>
            <a:ext cx="109270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271870" y="3335731"/>
            <a:ext cx="10927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graduates to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T81 — 8-Phase Harness Engineering Curriculum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2026-10-29T13:43:47Z</dcterms:created>
  <dcterms:modified xsi:type="dcterms:W3CDTF">2026-10-29T13:43:47Z</dcterms:modified>
</cp:coreProperties>
</file>