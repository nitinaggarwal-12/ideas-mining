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T54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#53: Dual-Agent Process Workflow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3696919" cy="4425696"/>
          </a:xfrm>
          <a:prstGeom prst="roundRect">
            <a:avLst>
              <a:gd name="adj" fmla="val 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3696919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7383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837383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34043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060704" y="2487168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+ START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77186" y="3261665"/>
            <a:ext cx="914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20" name="Shape 18"/>
          <p:cNvSpPr/>
          <p:nvPr/>
        </p:nvSpPr>
        <p:spPr>
          <a:xfrm>
            <a:off x="457200" y="3444545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060704" y="3535985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Agent leads. Reviewer Agent 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77186" y="4310482"/>
            <a:ext cx="914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25" name="Shape 23"/>
          <p:cNvSpPr/>
          <p:nvPr/>
        </p:nvSpPr>
        <p:spPr>
          <a:xfrm>
            <a:off x="457200" y="4493362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060704" y="4584802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Agent 1. Download Primary Agen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504688"/>
            <a:ext cx="3440887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5504688"/>
            <a:ext cx="32945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 → Full 16:9 Diagram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053535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2" name="Shape 30"/>
          <p:cNvSpPr/>
          <p:nvPr/>
        </p:nvSpPr>
        <p:spPr>
          <a:xfrm>
            <a:off x="4245559" y="1591056"/>
            <a:ext cx="3696919" cy="4425696"/>
          </a:xfrm>
          <a:prstGeom prst="roundRect">
            <a:avLst>
              <a:gd name="adj" fmla="val 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45559" y="1591056"/>
            <a:ext cx="3696919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3575" y="1591056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53758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753758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391863" y="2029968"/>
            <a:ext cx="34043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73575" y="2395728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3303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3303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977079" y="2487168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TOOLS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94476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4373575" y="3444545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3303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3303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4977079" y="3535985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work inside another app?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94476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48" name="Shape 46"/>
          <p:cNvSpPr/>
          <p:nvPr/>
        </p:nvSpPr>
        <p:spPr>
          <a:xfrm>
            <a:off x="4373575" y="4493362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3303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3303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4977079" y="4584802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+ skills 1. Open your folder. 2.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373575" y="5504688"/>
            <a:ext cx="3440887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6727" y="5504688"/>
            <a:ext cx="32945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 → Full 16:9 Diagram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7969910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55" name="Shape 53"/>
          <p:cNvSpPr/>
          <p:nvPr/>
        </p:nvSpPr>
        <p:spPr>
          <a:xfrm>
            <a:off x="8161934" y="1591056"/>
            <a:ext cx="3696919" cy="4425696"/>
          </a:xfrm>
          <a:prstGeom prst="roundRect">
            <a:avLst>
              <a:gd name="adj" fmla="val 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61934" y="1591056"/>
            <a:ext cx="3696919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89950" y="1591056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67013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1067013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8308238" y="2029968"/>
            <a:ext cx="34043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289950" y="2395728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9967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9967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8893454" y="2487168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009937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66" name="Shape 64"/>
          <p:cNvSpPr/>
          <p:nvPr/>
        </p:nvSpPr>
        <p:spPr>
          <a:xfrm>
            <a:off x="8289950" y="3444545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9967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9967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8893454" y="3535985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result meet the brief?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009937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1" name="Shape 69"/>
          <p:cNvSpPr/>
          <p:nvPr/>
        </p:nvSpPr>
        <p:spPr>
          <a:xfrm>
            <a:off x="8289950" y="4493362"/>
            <a:ext cx="3440887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9967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9967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74" name="Text 72"/>
          <p:cNvSpPr/>
          <p:nvPr/>
        </p:nvSpPr>
        <p:spPr>
          <a:xfrm>
            <a:off x="8893454" y="4584802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Agent advises Open the same 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289950" y="5504688"/>
            <a:ext cx="3440887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63102" y="5504688"/>
            <a:ext cx="32945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04  •  EXECUTIVE ARCHITECTURE OVERVIEW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02–04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T54 • SECTION 01 OF 03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#53: Dual-Agent Process Workflow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95935" y="1311250"/>
            <a:ext cx="11309299" cy="4820717"/>
          </a:xfrm>
          <a:prstGeom prst="roundRect">
            <a:avLst>
              <a:gd name="adj" fmla="val 948"/>
            </a:avLst>
          </a:prstGeom>
          <a:solidFill>
            <a:srgbClr val="F5F9FF"/>
          </a:solidFill>
          <a:ln w="14288">
            <a:solidFill>
              <a:srgbClr val="E2E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754" y="3203143"/>
            <a:ext cx="3371393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1754" y="3203143"/>
            <a:ext cx="3371393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Agent 1. Download Primary Agent. 2. Sign in with Enterprise SSO. Your main app for the work.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8111642" y="3203143"/>
            <a:ext cx="3371393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1642" y="3203143"/>
            <a:ext cx="3371393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Agent 1. Install the Reviewer app. 2. Sign in → Code tab. 3. Select the same folder. Optional backup for advice.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662526" y="3203143"/>
            <a:ext cx="2940710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7145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2526" y="3203143"/>
            <a:ext cx="294071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project 3. Select your folder. 4. Start a new task. Add your goal + files.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595067" y="2196389"/>
            <a:ext cx="7075627" cy="701345"/>
          </a:xfrm>
          <a:prstGeom prst="roundRect">
            <a:avLst>
              <a:gd name="adj" fmla="val 32595"/>
            </a:avLst>
          </a:prstGeom>
          <a:solidFill>
            <a:srgbClr val="EDF5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5067" y="2196389"/>
            <a:ext cx="7075627" cy="701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Agent leads. Reviewer Agent advises.</a:t>
            </a:r>
            <a:endParaRPr lang="en-US" sz="1720" dirty="0"/>
          </a:p>
        </p:txBody>
      </p:sp>
      <p:sp>
        <p:nvSpPr>
          <p:cNvPr id="17" name="Text 15"/>
          <p:cNvSpPr/>
          <p:nvPr/>
        </p:nvSpPr>
        <p:spPr>
          <a:xfrm>
            <a:off x="1191463" y="1585570"/>
            <a:ext cx="2873959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+ START</a:t>
            </a:r>
            <a:endParaRPr lang="en-US" sz="1680" dirty="0"/>
          </a:p>
        </p:txBody>
      </p:sp>
      <p:sp>
        <p:nvSpPr>
          <p:cNvPr id="18" name="Shape 16"/>
          <p:cNvSpPr/>
          <p:nvPr/>
        </p:nvSpPr>
        <p:spPr>
          <a:xfrm>
            <a:off x="594360" y="1555394"/>
            <a:ext cx="464515" cy="464515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555394"/>
            <a:ext cx="464515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60" dirty="0"/>
          </a:p>
        </p:txBody>
      </p:sp>
      <p:sp>
        <p:nvSpPr>
          <p:cNvPr id="20" name="Shape 18"/>
          <p:cNvSpPr/>
          <p:nvPr/>
        </p:nvSpPr>
        <p:spPr>
          <a:xfrm>
            <a:off x="4143146" y="4515307"/>
            <a:ext cx="519379" cy="914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21" name="Shape 19"/>
          <p:cNvSpPr/>
          <p:nvPr/>
        </p:nvSpPr>
        <p:spPr>
          <a:xfrm>
            <a:off x="7603236" y="4515307"/>
            <a:ext cx="508406" cy="914"/>
          </a:xfrm>
          <a:prstGeom prst="line">
            <a:avLst/>
          </a:prstGeom>
          <a:noFill/>
          <a:ln w="20320">
            <a:solidFill>
              <a:srgbClr val="4F46E5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T54 • SECTION 02 OF 03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#53: Dual-Agent Process Workflow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95935" y="937260"/>
            <a:ext cx="11309299" cy="5569610"/>
          </a:xfrm>
          <a:prstGeom prst="roundRect">
            <a:avLst>
              <a:gd name="adj" fmla="val 821"/>
            </a:avLst>
          </a:prstGeom>
          <a:solidFill>
            <a:srgbClr val="F8F6FF"/>
          </a:solidFill>
          <a:ln w="14288">
            <a:solidFill>
              <a:srgbClr val="E9E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754" y="2896819"/>
            <a:ext cx="2940710" cy="2449678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1754" y="2896819"/>
            <a:ext cx="2940710" cy="244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+ skills 1. Open your folder. 2. Install a skill plugin. 3. Start a new task. Use its saved steps.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442155" y="4108399"/>
            <a:ext cx="3383280" cy="1985162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2155" y="4108399"/>
            <a:ext cx="3383280" cy="198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/ plugin 1. Plugins → install. 2. Connect your account. Manual MCP: Settings → MCP servers → Add server.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111642" y="4108399"/>
            <a:ext cx="3371393" cy="1985162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1642" y="4108399"/>
            <a:ext cx="3371393" cy="1985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use 1. Ask for computer use. 2. Allow the app. 3. Enable screen recording + accessibility on desktop.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927702" y="2844698"/>
            <a:ext cx="6544361" cy="619049"/>
          </a:xfrm>
          <a:prstGeom prst="roundRect">
            <a:avLst>
              <a:gd name="adj" fmla="val 36928"/>
            </a:avLst>
          </a:prstGeom>
          <a:solidFill>
            <a:srgbClr val="EDF5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7702" y="2844698"/>
            <a:ext cx="6544361" cy="619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suitable tool connection?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3203143" y="1658722"/>
            <a:ext cx="5859475" cy="619049"/>
          </a:xfrm>
          <a:prstGeom prst="roundRect">
            <a:avLst>
              <a:gd name="adj" fmla="val 36928"/>
            </a:avLst>
          </a:prstGeom>
          <a:solidFill>
            <a:srgbClr val="EDF5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3143" y="1658722"/>
            <a:ext cx="5859475" cy="619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work inside another app?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1191463" y="1168603"/>
            <a:ext cx="2873959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TOOLS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594360" y="1143000"/>
            <a:ext cx="464515" cy="464515"/>
          </a:xfrm>
          <a:prstGeom prst="ellipse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143000"/>
            <a:ext cx="464515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7381951" y="2381098"/>
            <a:ext cx="619049" cy="309067"/>
          </a:xfrm>
          <a:prstGeom prst="roundRect">
            <a:avLst>
              <a:gd name="adj" fmla="val 1479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81951" y="2381098"/>
            <a:ext cx="619049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3098902" y="2406701"/>
            <a:ext cx="597103" cy="309067"/>
          </a:xfrm>
          <a:prstGeom prst="roundRect">
            <a:avLst>
              <a:gd name="adj" fmla="val 1479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098902" y="2406701"/>
            <a:ext cx="597103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5823814" y="3605479"/>
            <a:ext cx="619049" cy="257861"/>
          </a:xfrm>
          <a:prstGeom prst="roundRect">
            <a:avLst>
              <a:gd name="adj" fmla="val 1773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823814" y="3605479"/>
            <a:ext cx="61904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9499702" y="3605479"/>
            <a:ext cx="597103" cy="257861"/>
          </a:xfrm>
          <a:prstGeom prst="roundRect">
            <a:avLst>
              <a:gd name="adj" fmla="val 1773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499702" y="3605479"/>
            <a:ext cx="5971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132881" y="421538"/>
            <a:ext cx="914" cy="1237183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1" name="Shape 29"/>
          <p:cNvSpPr/>
          <p:nvPr/>
        </p:nvSpPr>
        <p:spPr>
          <a:xfrm flipH="1">
            <a:off x="2242109" y="2277770"/>
            <a:ext cx="2308860" cy="619049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2" name="Shape 30"/>
          <p:cNvSpPr/>
          <p:nvPr/>
        </p:nvSpPr>
        <p:spPr>
          <a:xfrm>
            <a:off x="7188098" y="2277770"/>
            <a:ext cx="1012241" cy="566928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3" name="Shape 31"/>
          <p:cNvSpPr/>
          <p:nvPr/>
        </p:nvSpPr>
        <p:spPr>
          <a:xfrm>
            <a:off x="6132881" y="3463747"/>
            <a:ext cx="914" cy="644652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9797796" y="3463747"/>
            <a:ext cx="914" cy="644652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2242109" y="5345582"/>
            <a:ext cx="3890772" cy="2115007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 flipH="1">
            <a:off x="6132881" y="6093562"/>
            <a:ext cx="3664915" cy="1367028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132881" y="6093562"/>
            <a:ext cx="914" cy="1367028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T54 • SECTION 03 OF 03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#53: Dual-Agent Process Workflow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95935" y="947318"/>
            <a:ext cx="11309299" cy="5547665"/>
          </a:xfrm>
          <a:prstGeom prst="roundRect">
            <a:avLst>
              <a:gd name="adj" fmla="val 824"/>
            </a:avLst>
          </a:prstGeom>
          <a:solidFill>
            <a:srgbClr val="F5F9FF"/>
          </a:solidFill>
          <a:ln w="14288">
            <a:solidFill>
              <a:srgbClr val="E2E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7019" y="3178454"/>
            <a:ext cx="3272638" cy="2054657"/>
          </a:xfrm>
          <a:prstGeom prst="roundRect">
            <a:avLst>
              <a:gd name="adj" fmla="val 2225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7019" y="3178454"/>
            <a:ext cx="3272638" cy="2054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Agent fixes + tests Apply useful advice. Test the finished result.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71754" y="3178454"/>
            <a:ext cx="3205886" cy="2054657"/>
          </a:xfrm>
          <a:prstGeom prst="roundRect">
            <a:avLst>
              <a:gd name="adj" fmla="val 2225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754" y="3178454"/>
            <a:ext cx="3205886" cy="2054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Agent advises Open the same project. Review what went wrong.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267090" y="3178454"/>
            <a:ext cx="3205886" cy="2054657"/>
          </a:xfrm>
          <a:prstGeom prst="roundRect">
            <a:avLst>
              <a:gd name="adj" fmla="val 2225"/>
            </a:avLst>
          </a:prstGeom>
          <a:solidFill>
            <a:srgbClr val="071126"/>
          </a:solidFill>
          <a:ln w="19050">
            <a:solidFill>
              <a:srgbClr val="0711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7090" y="3178454"/>
            <a:ext cx="3205886" cy="2054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 Inspect the result. Approve when ready.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203143" y="1740103"/>
            <a:ext cx="5859475" cy="704088"/>
          </a:xfrm>
          <a:prstGeom prst="roundRect">
            <a:avLst>
              <a:gd name="adj" fmla="val 32468"/>
            </a:avLst>
          </a:prstGeom>
          <a:solidFill>
            <a:srgbClr val="EDF5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3143" y="1740103"/>
            <a:ext cx="58594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result meet the brief?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191463" y="1211580"/>
            <a:ext cx="287395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1640" dirty="0"/>
          </a:p>
        </p:txBody>
      </p:sp>
      <p:sp>
        <p:nvSpPr>
          <p:cNvPr id="18" name="Shape 16"/>
          <p:cNvSpPr/>
          <p:nvPr/>
        </p:nvSpPr>
        <p:spPr>
          <a:xfrm>
            <a:off x="8338414" y="5673852"/>
            <a:ext cx="1061618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38414" y="5673852"/>
            <a:ext cx="106161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RECHECK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94360" y="1182319"/>
            <a:ext cx="464515" cy="464515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182319"/>
            <a:ext cx="464515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8481974" y="2620670"/>
            <a:ext cx="619049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81974" y="2620670"/>
            <a:ext cx="619049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164738" y="2620670"/>
            <a:ext cx="597103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164738" y="2620670"/>
            <a:ext cx="597103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 flipH="1">
            <a:off x="6132881" y="184709"/>
            <a:ext cx="3664915" cy="1555394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132881" y="184709"/>
            <a:ext cx="914" cy="1555394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28" name="Shape 26"/>
          <p:cNvSpPr/>
          <p:nvPr/>
        </p:nvSpPr>
        <p:spPr>
          <a:xfrm flipH="1">
            <a:off x="2374697" y="2445106"/>
            <a:ext cx="2176272" cy="733349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7714793" y="2445106"/>
            <a:ext cx="2155241" cy="733349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0" name="Shape 28"/>
          <p:cNvSpPr/>
          <p:nvPr/>
        </p:nvSpPr>
        <p:spPr>
          <a:xfrm>
            <a:off x="3977640" y="4206240"/>
            <a:ext cx="519379" cy="914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  <p:sp>
        <p:nvSpPr>
          <p:cNvPr id="31" name="Shape 29"/>
          <p:cNvSpPr/>
          <p:nvPr/>
        </p:nvSpPr>
        <p:spPr>
          <a:xfrm flipV="1">
            <a:off x="6132881" y="2092147"/>
            <a:ext cx="2929738" cy="3140964"/>
          </a:xfrm>
          <a:prstGeom prst="line">
            <a:avLst/>
          </a:prstGeom>
          <a:noFill/>
          <a:ln w="20320">
            <a:solidFill>
              <a:srgbClr val="2554B0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T54 — PromptCanvas #53: Dual-Agent Process Workflow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2026-10-22T04:34:03Z</dcterms:created>
  <dcterms:modified xsi:type="dcterms:W3CDTF">2026-10-22T04:34:03Z</dcterms:modified>
</cp:coreProperties>
</file>