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T55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#54: Computer-Use Cheat Sheet Card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50792" y="1756562"/>
            <a:ext cx="1999793" cy="3458261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38367" y="5157216"/>
            <a:ext cx="2018995" cy="888797"/>
          </a:xfrm>
          <a:prstGeom prst="roundRect">
            <a:avLst>
              <a:gd name="adj" fmla="val 5144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38367" y="5157216"/>
            <a:ext cx="201899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Design: update a deck @DesignApp Open my deck template. Apply the copy in my brief to slides 3 to 7, keep my type styles, and show me each slide before you move on. Done when slides 3 to 7 have changed and the type styles are untouched.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138367" y="2519172"/>
            <a:ext cx="2018995" cy="811073"/>
          </a:xfrm>
          <a:prstGeom prst="roundRect">
            <a:avLst>
              <a:gd name="adj" fmla="val 5637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8367" y="2519172"/>
            <a:ext cx="2018995" cy="81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Accounts: match invoices @Browser Compare these invoices with my purchase-order list. Flag unmatched invoices, duplicate invoice numbers and total mismatches in a review table. Done when every invoice is matched or flagged for review.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138367" y="3398825"/>
            <a:ext cx="2018995" cy="811073"/>
          </a:xfrm>
          <a:prstGeom prst="roundRect">
            <a:avLst>
              <a:gd name="adj" fmla="val 5637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8367" y="3398825"/>
            <a:ext cx="2018995" cy="81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Sales: draft follow-ups @Browser Open the five email threads I've tagged. Draft a follow-up for each in my usual tone, under 90 words. Leave them all unsent. Done when five drafts sit unsent, each under 90 words.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6138367" y="4277563"/>
            <a:ext cx="2018995" cy="811073"/>
          </a:xfrm>
          <a:prstGeom prst="roundRect">
            <a:avLst>
              <a:gd name="adj" fmla="val 5637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8367" y="4277563"/>
            <a:ext cx="2018995" cy="81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Research: compare suppliers @Browser Open these three supplier pages. Build a table of price, lead time and returns policy. Note anything the page does not state. Done when every cell is filled or marked as not stated.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050792" y="5427878"/>
            <a:ext cx="1999793" cy="618134"/>
          </a:xfrm>
          <a:prstGeom prst="roundRect">
            <a:avLst>
              <a:gd name="adj" fmla="val 7396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5427878"/>
            <a:ext cx="1999793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[app or page] to achieve [result]. Use an available plugin for the work it supports, then Computer Use for remaining steps and visual checks. Preserve [constraints], check against [success criteria], and show me the result.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138574" y="3765499"/>
            <a:ext cx="18260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Point it at the work Mention @Browser or an app, then describe the result you want. @Browser Compare these three suppliers.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138574" y="2374697"/>
            <a:ext cx="1826057" cy="47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Install Computer Use Plugins → Computer Use; enable server and skill, then select Try now. Server Skill Try now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138574" y="3244291"/>
            <a:ext cx="1826057" cy="47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Connect Browser Settings → Computer Use → Browser; install the extension and confirm Manage. Browser Manage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138574" y="4664354"/>
            <a:ext cx="1826057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Sign in yourself Complete the login, let it continue, then inspect the result. Availability depends on rollout and workspace settings.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138367" y="2065630"/>
            <a:ext cx="2018995" cy="386791"/>
          </a:xfrm>
          <a:prstGeom prst="roundRect">
            <a:avLst>
              <a:gd name="adj" fmla="val 11820"/>
            </a:avLst>
          </a:prstGeom>
          <a:solidFill>
            <a:srgbClr val="EEF4FF"/>
          </a:solidFill>
          <a:ln/>
        </p:spPr>
      </p:sp>
      <p:sp>
        <p:nvSpPr>
          <p:cNvPr id="25" name="Text 23"/>
          <p:cNvSpPr/>
          <p:nvPr/>
        </p:nvSpPr>
        <p:spPr>
          <a:xfrm>
            <a:off x="6138367" y="2065630"/>
            <a:ext cx="2018995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→ Computer Use → Check Use a plugin where one exists, then Computer Use for the remaining steps and visual checks.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138574" y="2886761"/>
            <a:ext cx="1826057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Grant OS permissions Allow Screen Recording to see, and Accessibility to click and type.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138574" y="2027225"/>
            <a:ext cx="1826057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Open Agent Studio Choose Vision-Action Model in a desktop task, if available.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138574" y="4316882"/>
            <a:ext cx="1826057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Approve access Allow the relevant app or website when prompted.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138367" y="1756562"/>
            <a:ext cx="201899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jobs to start with Example apps; available plugins vary by workspace.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138574" y="1833372"/>
            <a:ext cx="1545336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using it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4118458" y="5282489"/>
            <a:ext cx="1159459" cy="116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D6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848502" y="5862218"/>
            <a:ext cx="144475" cy="144475"/>
          </a:xfrm>
          <a:prstGeom prst="ellipse">
            <a:avLst/>
          </a:prstGeom>
          <a:solidFill>
            <a:srgbClr val="2D68FF"/>
          </a:solidFill>
          <a:ln w="9525">
            <a:solidFill>
              <a:srgbClr val="2D6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48502" y="5862218"/>
            <a:ext cx="144475" cy="144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T55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#54: Computer-Use Cheat Sheet Card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471977" y="1130198"/>
            <a:ext cx="2542946" cy="439735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5566" y="5453482"/>
            <a:ext cx="2567635" cy="1130198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5566" y="5453482"/>
            <a:ext cx="2567635" cy="113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Design: update a deck @DesignApp Open my deck template. Apply the copy in my brief to slides 3 to 7, keep my type styles, and show me each slide before you move on. Done when slides 3 to 7 have changed and the type styles are untouched.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25566" y="2100377"/>
            <a:ext cx="2567635" cy="1031443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5566" y="2100377"/>
            <a:ext cx="2567635" cy="103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Accounts: match invoices @Browser Compare these invoices with my purchase-order list. Flag unmatched invoices, duplicate invoice numbers and total mismatches in a review table. Done when every invoice is matched or flagged for review.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125566" y="3217774"/>
            <a:ext cx="2567635" cy="1031443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5566" y="3217774"/>
            <a:ext cx="2567635" cy="103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Sales: draft follow-ups @Browser Open the five email threads I've tagged. Draft a follow-up for each in my usual tone, under 90 words. Leave them all unsent. Done when five drafts sit unsent, each under 90 words.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125566" y="4336085"/>
            <a:ext cx="2567635" cy="1031443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5566" y="4336085"/>
            <a:ext cx="2567635" cy="103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Research: compare suppliers @Browser Open these three supplier pages. Build a table of price, lead time and returns policy. Note anything the page does not state. Done when every cell is filled or marked as not stated.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471977" y="5797296"/>
            <a:ext cx="254294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1977" y="5797296"/>
            <a:ext cx="25429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[app or page] to achieve [result]. Use an available plugin for the work it supports, then Computer Use for remaining steps and visual checks. Preserve [constraints], check against [success criteria], and show me the result.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582619" y="3685032"/>
            <a:ext cx="232166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Point it at the work Mention @Browser or an app, then describe the result you want. @Browser Compare these three suppliers.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582619" y="1915668"/>
            <a:ext cx="2321662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Install Computer Use Plugins → Computer Use; enable server and skill, then select Try now. Server Skill Try now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582619" y="3021178"/>
            <a:ext cx="2321662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Connect Browser Settings → Computer Use → Browser; install the extension and confirm Manage. Browser Manage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582619" y="4827118"/>
            <a:ext cx="232166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Sign in yourself Complete the login, let it continue, then inspect the result. Availability depends on rollout and workspace settings.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125566" y="1522476"/>
            <a:ext cx="2567635" cy="491033"/>
          </a:xfrm>
          <a:prstGeom prst="roundRect">
            <a:avLst>
              <a:gd name="adj" fmla="val 9311"/>
            </a:avLst>
          </a:prstGeom>
          <a:solidFill>
            <a:srgbClr val="EEF4FF"/>
          </a:solidFill>
          <a:ln/>
        </p:spPr>
      </p:sp>
      <p:sp>
        <p:nvSpPr>
          <p:cNvPr id="24" name="Text 22"/>
          <p:cNvSpPr/>
          <p:nvPr/>
        </p:nvSpPr>
        <p:spPr>
          <a:xfrm>
            <a:off x="6125566" y="1522476"/>
            <a:ext cx="2567635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→ Computer Use → Check Use a plugin where one exists, then Computer Use for the remaining steps and visual checks.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582619" y="2566721"/>
            <a:ext cx="2321662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Grant OS permissions Allow Screen Recording to see, and Accessibility to click and type.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582619" y="1474013"/>
            <a:ext cx="23216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Open Agent Studio Choose Vision-Action Model in a desktop task, if available.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582619" y="4384548"/>
            <a:ext cx="23216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Approve access Allow the relevant app or website when prompted.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125566" y="1130198"/>
            <a:ext cx="2567635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jobs to start with Example apps; available plugins vary by workspace.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582619" y="1228039"/>
            <a:ext cx="196504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using it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3557930" y="5613502"/>
            <a:ext cx="1474013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D6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757062" y="6350508"/>
            <a:ext cx="184709" cy="184709"/>
          </a:xfrm>
          <a:prstGeom prst="ellipse">
            <a:avLst/>
          </a:prstGeom>
          <a:solidFill>
            <a:srgbClr val="2D68FF"/>
          </a:solidFill>
          <a:ln w="9525">
            <a:solidFill>
              <a:srgbClr val="2D6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57062" y="6350508"/>
            <a:ext cx="184709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6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T55 — PromptCanvas #54: Computer-Use Cheat Sheet Card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2026-10-22T04:34:05Z</dcterms:created>
  <dcterms:modified xsi:type="dcterms:W3CDTF">2026-10-22T04:34:05Z</dcterms:modified>
</cp:coreProperties>
</file>