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 + Causal Triage + Dual Timers + Revision Gate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Code Review Evaluation: Measure What It Missed. Connect automated code review to repo failure modes, not vendor hype.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/ auth bug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Known Defect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Finding vs False Alarm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Valid PR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Build a replay set with seeded race/permission defects, unusual valid code, and clean...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Triage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latency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Run Review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DEFECT LEDGER Auth Drift · Race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PINNING Commit SHA Bound Rece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Track Time to Review and Time to Assess Findings separately — ten noisy nits cost mor...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Timers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05–06 SHA ACCEPTANCE GATE ☐ Zero seede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SHA verified?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for Commit SHA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Bind every review decision to the exact Git commit SHA so yesterday's green check nev...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Gate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Misses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Fatigue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stale_approval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Pay for defect recall and bounded maintainer triage time — never review volume.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T82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 + Causal Triage + Dual Timers + Revision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replay set with seeded race/permission defects, unusual valid code, and clean PRs before adopting AI review.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representative PRs: a known defect, unusual valid code, and a clean change.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Finding vs False Alarm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Defect (Silent Escape)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gap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Known Defect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/ auth bug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THREE CAUSAL REVIEW OUTCOMES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that cannot name its misses is just a stamp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1449324" y="2341778"/>
            <a:ext cx="359450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REPRESENTATIVE REPLAY-SET INPUTS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recall on real risks AND restraint on clean diffs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Valid PR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Baseline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82819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82819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T82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 + Causal Triage + Dual Timers + Revision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Time to Review and Time to Assess Findings separately — ten noisy nits cost more than one precise warning.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Triage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Maintainers classify findings against ground-truth defects and record dual timers.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DEFECT LEDGER Auth Drift · Race · Null Path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PINNING Commit SHA Bound Receipt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Run Review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latency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Assess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triage tax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9178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03–04 GROUND TRUTH &amp; DUAL TIMERS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401361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01361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353812" y="4088282"/>
            <a:ext cx="1727302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353812" y="4088282"/>
            <a:ext cx="1727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replay corpus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T82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 + Causal Triage + Dual Timers + Revision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every review decision to the exact Git commit SHA so yesterday's green check never vouches for today's code.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Timers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deterministic revision-pinned acceptance rules before trusting review sign-off.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17013" y="1940357"/>
            <a:ext cx="2614270" cy="1405433"/>
          </a:xfrm>
          <a:prstGeom prst="roundRect">
            <a:avLst>
              <a:gd name="adj" fmla="val 325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7013" y="1940357"/>
            <a:ext cx="2614270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05–06 SHA ACCEPTANCE GATE ☐ Zero seeded misses on SHA ☐ Triage &lt;= maintainer budget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17013" y="4147718"/>
            <a:ext cx="2614270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7013" y="4147718"/>
            <a:ext cx="261427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rules + prune noisy checks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118250" y="2241194"/>
            <a:ext cx="2193646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8250" y="2241194"/>
            <a:ext cx="219364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SHA verified?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for Commit SHA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118250" y="4147718"/>
            <a:ext cx="2193646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8250" y="4147718"/>
            <a:ext cx="219364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False-alarm cap exceeded?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Stale / Noisy Run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sha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231282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21461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33895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3895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231282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52567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52567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04011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T82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Set + Causal Triage + Dual Timers + Revision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defect recall and bounded maintainer triage time — never review volume.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Recall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294790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Seeded Caught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Tax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207008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Timer Bounded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 Pinning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Stale Sign-Offs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Code Assist • OpenHands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Gate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demo vanity volume vs. Evidence-based missed-defect &amp; triage-cost audit.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EVAL · DECISION EVIDENCE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74228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 REVIEW TRAPS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count != code safety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stale_approval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Misses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Style Nits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Fatigue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Drift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commit SHA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30975" y="3335731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30975" y="3335731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T82 — Agent Code Review Replay-Set &amp; Misses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2026-10-29T13:43:50Z</dcterms:created>
  <dcterms:modified xsi:type="dcterms:W3CDTF">2026-10-29T13:43:50Z</dcterms:modified>
</cp:coreProperties>
</file>