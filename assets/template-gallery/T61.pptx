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T61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#60: 4-Plane Runtime Topology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90158" y="4249217"/>
            <a:ext cx="1434694" cy="1390802"/>
          </a:xfrm>
          <a:prstGeom prst="roundRect">
            <a:avLst>
              <a:gd name="adj" fmla="val 3287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0158" y="4412894"/>
            <a:ext cx="1434694" cy="1227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Kubernetes Engine (GKE) &amp; gVisor Sandbox Cluster VPC Private network environment for executing dangerous scripts and CLI tools safely. Execution Sandbox (No Host Access) gVisor Isolated Pod #1 (Python) gVisor Isolated Pod #2 (Bash/CLI) Egress Blocked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415638" y="1611173"/>
            <a:ext cx="335676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Topology Diagram Google Cloud enterprise agent topology and secure runtimes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116068" y="2326234"/>
            <a:ext cx="1352398" cy="869594"/>
          </a:xfrm>
          <a:prstGeom prst="roundRect">
            <a:avLst>
              <a:gd name="adj" fmla="val 5258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2999" y="3060497"/>
            <a:ext cx="1100938" cy="985723"/>
          </a:xfrm>
          <a:prstGeom prst="roundRect">
            <a:avLst>
              <a:gd name="adj" fmla="val 4638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6068" y="2490826"/>
            <a:ext cx="1352398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Reasoning Engine Gemini 3.1 Pro Handles model reasoning, goal planning, and intent parsing. agent = aiplatform.ReasoningEngine(..)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622999" y="3225089"/>
            <a:ext cx="1100938" cy="82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Database (PostgreSQL with pgvector) Persistent state, episodic history, and BigQuery/vector grounding. Session history &amp; semantic RAG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ENTERPRISE AGENT TOPOLOGY • ARCHITECTURE &amp; TOPOLOGY DIAGRAM • SEPTEMBER 2026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116068" y="3543300"/>
            <a:ext cx="1081735" cy="772668"/>
          </a:xfrm>
          <a:prstGeom prst="roundRect">
            <a:avLst>
              <a:gd name="adj" fmla="val 5917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6068" y="3707892"/>
            <a:ext cx="108173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Orchestrator API router &amp; state dispatch loop. Receives HTTPS triggers. POST /v1/agent/run ACTIVE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290158" y="4249217"/>
            <a:ext cx="1434694" cy="164592"/>
          </a:xfrm>
          <a:prstGeom prst="roundRect">
            <a:avLst>
              <a:gd name="adj" fmla="val 27778"/>
            </a:avLst>
          </a:prstGeom>
          <a:solidFill>
            <a:srgbClr val="E04839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0158" y="4249217"/>
            <a:ext cx="1434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GKE gVISOR SANDBOX SECURE EXECUTION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116068" y="2326234"/>
            <a:ext cx="1352398" cy="164592"/>
          </a:xfrm>
          <a:prstGeom prst="roundRect">
            <a:avLst>
              <a:gd name="adj" fmla="val 27778"/>
            </a:avLst>
          </a:prstGeom>
          <a:solidFill>
            <a:srgbClr val="4285F4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6068" y="2326234"/>
            <a:ext cx="1352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VERTEX AI REASONING ENGINE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622999" y="3060497"/>
            <a:ext cx="1100938" cy="164592"/>
          </a:xfrm>
          <a:prstGeom prst="roundRect">
            <a:avLst>
              <a:gd name="adj" fmla="val 27778"/>
            </a:avLst>
          </a:prstGeom>
          <a:solidFill>
            <a:srgbClr val="389856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2999" y="3060497"/>
            <a:ext cx="1100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ALLOYDB STATE &amp; KNOWLEDGE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116068" y="3543300"/>
            <a:ext cx="1081735" cy="164592"/>
          </a:xfrm>
          <a:prstGeom prst="roundRect">
            <a:avLst>
              <a:gd name="adj" fmla="val 27778"/>
            </a:avLst>
          </a:prstGeom>
          <a:solidFill>
            <a:srgbClr val="F4BC2B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16068" y="3543300"/>
            <a:ext cx="10817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CLOUD RUN AGENT ORCHESTRATOR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33342" y="3746297"/>
            <a:ext cx="32827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Ingress User/API request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841187" y="3272638"/>
            <a:ext cx="41056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&amp; Prompt loop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538874" y="2606040"/>
            <a:ext cx="555955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search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662526" y="3987698"/>
            <a:ext cx="3575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261458" y="467349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gRPC Exec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246266" y="3891686"/>
            <a:ext cx="3282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logs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768035" y="4673498"/>
            <a:ext cx="299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logs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T61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#60: 4-Plane Runtime Topology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318504" y="4298594"/>
            <a:ext cx="1824228" cy="1768450"/>
          </a:xfrm>
          <a:prstGeom prst="roundRect">
            <a:avLst>
              <a:gd name="adj" fmla="val 2585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4507992"/>
            <a:ext cx="1824228" cy="155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Kubernetes Engine (GKE) &amp; gVisor Sandbox Cluster VPC Private network environment for executing dangerous scripts and CLI tools safely. Execution Sandbox (No Host Access) gVisor Isolated Pod #1 (Python) gVisor Isolated Pod #2 (Bash/CLI) Egress Blocked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935578" y="945490"/>
            <a:ext cx="426841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Topology Diagram Google Cloud enterprise agent topology and secure runtimes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826203" y="1854403"/>
            <a:ext cx="1719986" cy="1105510"/>
          </a:xfrm>
          <a:prstGeom prst="roundRect">
            <a:avLst>
              <a:gd name="adj" fmla="val 4136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2786" y="2788006"/>
            <a:ext cx="1399946" cy="1252728"/>
          </a:xfrm>
          <a:prstGeom prst="roundRect">
            <a:avLst>
              <a:gd name="adj" fmla="val 3650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6203" y="2062886"/>
            <a:ext cx="1719986" cy="89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Reasoning Engine Gemini 3.1 Pro Handles model reasoning, goal planning, and intent parsing. agent = aiplatform.ReasoningEngine(..)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742786" y="2996489"/>
            <a:ext cx="1399946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Database (PostgreSQL with pgvector) Persistent state, episodic history, and BigQuery/vector grounding. Session history &amp; semantic RAG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ENTERPRISE AGENT TOPOLOGY • ARCHITECTURE &amp; TOPOLOGY DIAGRAM • SEPTEMBER 2026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826203" y="3402482"/>
            <a:ext cx="1376172" cy="982980"/>
          </a:xfrm>
          <a:prstGeom prst="roundRect">
            <a:avLst>
              <a:gd name="adj" fmla="val 4651"/>
            </a:avLst>
          </a:prstGeom>
          <a:solidFill>
            <a:srgbClr val="FAF9F5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6203" y="3610966"/>
            <a:ext cx="1376172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Orchestrator API router &amp; state dispatch loop. Receives HTTPS triggers. POST /v1/agent/run ACTIVE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318504" y="4298594"/>
            <a:ext cx="1824228" cy="208483"/>
          </a:xfrm>
          <a:prstGeom prst="roundRect">
            <a:avLst>
              <a:gd name="adj" fmla="val 21930"/>
            </a:avLst>
          </a:prstGeom>
          <a:solidFill>
            <a:srgbClr val="E04839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4298594"/>
            <a:ext cx="1824228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GKE gVISOR SANDBOX SECURE EXECUTION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826203" y="1854403"/>
            <a:ext cx="1719986" cy="208483"/>
          </a:xfrm>
          <a:prstGeom prst="roundRect">
            <a:avLst>
              <a:gd name="adj" fmla="val 21930"/>
            </a:avLst>
          </a:prstGeom>
          <a:solidFill>
            <a:srgbClr val="4285F4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6203" y="1854403"/>
            <a:ext cx="1719986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VERTEX AI REASONING ENGINE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742786" y="2788006"/>
            <a:ext cx="1399946" cy="208483"/>
          </a:xfrm>
          <a:prstGeom prst="roundRect">
            <a:avLst>
              <a:gd name="adj" fmla="val 21930"/>
            </a:avLst>
          </a:prstGeom>
          <a:solidFill>
            <a:srgbClr val="389856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2786" y="2788006"/>
            <a:ext cx="1399946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ALLOYDB STATE &amp; KNOWLEDGE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826203" y="3402482"/>
            <a:ext cx="1376172" cy="208483"/>
          </a:xfrm>
          <a:prstGeom prst="roundRect">
            <a:avLst>
              <a:gd name="adj" fmla="val 21930"/>
            </a:avLst>
          </a:prstGeom>
          <a:solidFill>
            <a:srgbClr val="F4BC2B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6203" y="3402482"/>
            <a:ext cx="137617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CLOUD RUN AGENT ORCHESTRATOR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831336" y="3660343"/>
            <a:ext cx="41788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Ingress User/API request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747918" y="3058668"/>
            <a:ext cx="52212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&amp; Prompt loop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634886" y="2211019"/>
            <a:ext cx="70591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search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249217" y="3967582"/>
            <a:ext cx="454457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009998" y="4839005"/>
            <a:ext cx="44257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gRPC Exec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263640" y="3844138"/>
            <a:ext cx="417881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logs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655564" y="4839005"/>
            <a:ext cx="38039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logs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T61 — PromptCanvas #60: 4-Plane Runtime Topology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2026-10-22T04:34:23Z</dcterms:created>
  <dcterms:modified xsi:type="dcterms:W3CDTF">2026-10-22T04:34:23Z</dcterms:modified>
</cp:coreProperties>
</file>