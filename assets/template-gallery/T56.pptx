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T56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#55: Shadow AI Bubble Conceptual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07224" y="1978762"/>
            <a:ext cx="579730" cy="5797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C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46213" y="2117750"/>
            <a:ext cx="301752" cy="301752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44968" y="2216506"/>
            <a:ext cx="104242" cy="10424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507224" y="1978762"/>
            <a:ext cx="579730" cy="57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extension someone installed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7507224" y="3930091"/>
            <a:ext cx="569671" cy="56967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C0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44384" y="4067251"/>
            <a:ext cx="296266" cy="296266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40396" y="4163263"/>
            <a:ext cx="102413" cy="102413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7507224" y="3930091"/>
            <a:ext cx="569671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 account, logged in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6232550" y="5224882"/>
            <a:ext cx="569671" cy="56967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E9F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9710" y="5362042"/>
            <a:ext cx="296266" cy="296266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5722" y="5458054"/>
            <a:ext cx="102413" cy="102413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232550" y="5224882"/>
            <a:ext cx="569671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a contractor built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705502" y="4751222"/>
            <a:ext cx="560527" cy="560527"/>
          </a:xfrm>
          <a:prstGeom prst="ellipse">
            <a:avLst/>
          </a:prstGeom>
          <a:solidFill>
            <a:srgbClr val="FFFFFF"/>
          </a:solidFill>
          <a:ln w="20955">
            <a:solidFill>
              <a:srgbClr val="8CE6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5502" y="4751222"/>
            <a:ext cx="560527" cy="560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&amp;ldquo;We have a policy.&amp;rdquo;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415638" y="5417820"/>
            <a:ext cx="560527" cy="560527"/>
          </a:xfrm>
          <a:prstGeom prst="ellipse">
            <a:avLst/>
          </a:prstGeom>
          <a:solidFill>
            <a:srgbClr val="FFFFFF"/>
          </a:solidFill>
          <a:ln w="20955">
            <a:solidFill>
              <a:srgbClr val="8CE6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5638" y="5417820"/>
            <a:ext cx="560527" cy="560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&amp;ldquo;It is just a chatbot.&amp;rdquo;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232550" y="3282696"/>
            <a:ext cx="560527" cy="56052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E9F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6967" y="3417113"/>
            <a:ext cx="291694" cy="291694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2065" y="3512210"/>
            <a:ext cx="100584" cy="1005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232550" y="3282696"/>
            <a:ext cx="560527" cy="560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Auto-replies in support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623560" y="2635301"/>
            <a:ext cx="550469" cy="55046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C8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55234" y="2766974"/>
            <a:ext cx="286207" cy="28620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49417" y="2861158"/>
            <a:ext cx="98755" cy="9875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5623560" y="2635301"/>
            <a:ext cx="550469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site recommender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623560" y="4577486"/>
            <a:ext cx="550469" cy="55046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C8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55234" y="4709160"/>
            <a:ext cx="286207" cy="28620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49417" y="4803343"/>
            <a:ext cx="98755" cy="9875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5623560" y="4577486"/>
            <a:ext cx="550469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trial nobody cancelled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7517282" y="4586630"/>
            <a:ext cx="550469" cy="55046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C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48956" y="4718304"/>
            <a:ext cx="286207" cy="28620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43139" y="4812487"/>
            <a:ext cx="98755" cy="9875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7517282" y="4586630"/>
            <a:ext cx="550469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forecasting model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4319626" y="3997757"/>
            <a:ext cx="541325" cy="541325"/>
          </a:xfrm>
          <a:prstGeom prst="ellipse">
            <a:avLst/>
          </a:prstGeom>
          <a:solidFill>
            <a:srgbClr val="FFFFFF"/>
          </a:solidFill>
          <a:ln w="20955">
            <a:solidFill>
              <a:srgbClr val="8CE69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19626" y="3997757"/>
            <a:ext cx="541325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&amp;ldquo;IT approved it.&amp;rdquo;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633618" y="2007108"/>
            <a:ext cx="541325" cy="5413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B6F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63463" y="2136953"/>
            <a:ext cx="281635" cy="28163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5818" y="2229307"/>
            <a:ext cx="97841" cy="9784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5633618" y="2007108"/>
            <a:ext cx="541325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nobody owns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6869887" y="2635301"/>
            <a:ext cx="541325" cy="5413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B6F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99732" y="2765146"/>
            <a:ext cx="281635" cy="28163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92086" y="2857500"/>
            <a:ext cx="97841" cy="9784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0" name="Text 48"/>
          <p:cNvSpPr/>
          <p:nvPr/>
        </p:nvSpPr>
        <p:spPr>
          <a:xfrm>
            <a:off x="6869887" y="2635301"/>
            <a:ext cx="541325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SEO writer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633618" y="3939235"/>
            <a:ext cx="541325" cy="5413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E9FF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3463" y="4069080"/>
            <a:ext cx="281635" cy="28163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55818" y="4161434"/>
            <a:ext cx="97841" cy="9784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4" name="Text 52"/>
          <p:cNvSpPr/>
          <p:nvPr/>
        </p:nvSpPr>
        <p:spPr>
          <a:xfrm>
            <a:off x="5633618" y="3939235"/>
            <a:ext cx="541325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inside the CRM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6241694" y="3939235"/>
            <a:ext cx="541325" cy="5413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C0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71539" y="4069080"/>
            <a:ext cx="281635" cy="28163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63894" y="4161434"/>
            <a:ext cx="97841" cy="9784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8" name="Text 56"/>
          <p:cNvSpPr/>
          <p:nvPr/>
        </p:nvSpPr>
        <p:spPr>
          <a:xfrm>
            <a:off x="6241694" y="3939235"/>
            <a:ext cx="541325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CV screener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633618" y="5234026"/>
            <a:ext cx="541325" cy="5413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E9FF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3463" y="5363870"/>
            <a:ext cx="281635" cy="28163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55818" y="5456225"/>
            <a:ext cx="97841" cy="9784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2" name="Text 60"/>
          <p:cNvSpPr/>
          <p:nvPr/>
        </p:nvSpPr>
        <p:spPr>
          <a:xfrm>
            <a:off x="5633618" y="5234026"/>
            <a:ext cx="541325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legal doc summariser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517282" y="5244084"/>
            <a:ext cx="541325" cy="5413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C0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47127" y="5373929"/>
            <a:ext cx="281635" cy="28163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39482" y="5466283"/>
            <a:ext cx="97841" cy="9784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6" name="Text 64"/>
          <p:cNvSpPr/>
          <p:nvPr/>
        </p:nvSpPr>
        <p:spPr>
          <a:xfrm>
            <a:off x="7517282" y="5244084"/>
            <a:ext cx="541325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translation tool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6879031" y="1987906"/>
            <a:ext cx="531266" cy="53126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C8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06133" y="2115007"/>
            <a:ext cx="276149" cy="276149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96658" y="2205533"/>
            <a:ext cx="96012" cy="9601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0" name="Text 68"/>
          <p:cNvSpPr/>
          <p:nvPr/>
        </p:nvSpPr>
        <p:spPr>
          <a:xfrm>
            <a:off x="6879031" y="1987906"/>
            <a:ext cx="53126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script on a laptop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6241694" y="2654503"/>
            <a:ext cx="522122" cy="52212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C8A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66967" y="2779776"/>
            <a:ext cx="271577" cy="27157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55664" y="2868473"/>
            <a:ext cx="94183" cy="94183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4" name="Text 72"/>
          <p:cNvSpPr/>
          <p:nvPr/>
        </p:nvSpPr>
        <p:spPr>
          <a:xfrm>
            <a:off x="6241694" y="2654503"/>
            <a:ext cx="522122" cy="52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lead scorer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7526426" y="2664562"/>
            <a:ext cx="522122" cy="52212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C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651699" y="2789834"/>
            <a:ext cx="271577" cy="27157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40396" y="2878531"/>
            <a:ext cx="94183" cy="94183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8" name="Text 76"/>
          <p:cNvSpPr/>
          <p:nvPr/>
        </p:nvSpPr>
        <p:spPr>
          <a:xfrm>
            <a:off x="7526426" y="2664562"/>
            <a:ext cx="522122" cy="52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social scheduler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5642762" y="3301898"/>
            <a:ext cx="522122" cy="52212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C8A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8035" y="3427171"/>
            <a:ext cx="271577" cy="27157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56732" y="3515868"/>
            <a:ext cx="94183" cy="94183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2" name="Text 80"/>
          <p:cNvSpPr/>
          <p:nvPr/>
        </p:nvSpPr>
        <p:spPr>
          <a:xfrm>
            <a:off x="5642762" y="3301898"/>
            <a:ext cx="522122" cy="52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 assistant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6879031" y="3301898"/>
            <a:ext cx="522122" cy="52212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C8A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04304" y="3427171"/>
            <a:ext cx="271577" cy="27157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093001" y="3515868"/>
            <a:ext cx="94183" cy="94183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6" name="Text 84"/>
          <p:cNvSpPr/>
          <p:nvPr/>
        </p:nvSpPr>
        <p:spPr>
          <a:xfrm>
            <a:off x="6879031" y="3301898"/>
            <a:ext cx="522122" cy="52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interview booker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6251753" y="4596689"/>
            <a:ext cx="522122" cy="52212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C07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77026" y="4721962"/>
            <a:ext cx="271577" cy="27157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65722" y="4810658"/>
            <a:ext cx="94183" cy="94183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0" name="Text 88"/>
          <p:cNvSpPr/>
          <p:nvPr/>
        </p:nvSpPr>
        <p:spPr>
          <a:xfrm>
            <a:off x="6251753" y="4596689"/>
            <a:ext cx="522122" cy="52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refund approver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6879031" y="5253228"/>
            <a:ext cx="522122" cy="52212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C07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004304" y="5378501"/>
            <a:ext cx="271577" cy="27157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093001" y="5467198"/>
            <a:ext cx="94183" cy="94183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4" name="Text 92"/>
          <p:cNvSpPr/>
          <p:nvPr/>
        </p:nvSpPr>
        <p:spPr>
          <a:xfrm>
            <a:off x="6879031" y="5253228"/>
            <a:ext cx="522122" cy="52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image generator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6889090" y="3959352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B6F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11619" y="4081882"/>
            <a:ext cx="266090" cy="26609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099402" y="4169664"/>
            <a:ext cx="92354" cy="9235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8" name="Text 96"/>
          <p:cNvSpPr/>
          <p:nvPr/>
        </p:nvSpPr>
        <p:spPr>
          <a:xfrm>
            <a:off x="6889090" y="39593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meeting notetaker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6899148" y="4615891"/>
            <a:ext cx="492862" cy="49286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C8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017106" y="4733849"/>
            <a:ext cx="256032" cy="256032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101230" y="4817974"/>
            <a:ext cx="88697" cy="88697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2" name="Text 100"/>
          <p:cNvSpPr/>
          <p:nvPr/>
        </p:nvSpPr>
        <p:spPr>
          <a:xfrm>
            <a:off x="6899148" y="4615891"/>
            <a:ext cx="492862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website chatbot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7536485" y="3321101"/>
            <a:ext cx="482803" cy="48280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B6F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652614" y="3437230"/>
            <a:ext cx="251460" cy="25146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733995" y="3518611"/>
            <a:ext cx="86868" cy="868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6" name="Text 104"/>
          <p:cNvSpPr/>
          <p:nvPr/>
        </p:nvSpPr>
        <p:spPr>
          <a:xfrm>
            <a:off x="7536485" y="3321101"/>
            <a:ext cx="482803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 router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4764024" y="2220163"/>
            <a:ext cx="676656" cy="328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&amp;ldquo;We use one AI tool.&amp;rdquo;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6290158" y="2055571"/>
            <a:ext cx="454457" cy="45445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B6F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398971" y="2164385"/>
            <a:ext cx="235915" cy="23591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76695" y="2242109"/>
            <a:ext cx="81382" cy="8138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1" name="Text 109"/>
          <p:cNvSpPr/>
          <p:nvPr/>
        </p:nvSpPr>
        <p:spPr>
          <a:xfrm>
            <a:off x="6290158" y="2055571"/>
            <a:ext cx="454457" cy="45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fraud check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6300216" y="1737360"/>
            <a:ext cx="1149401" cy="173736"/>
          </a:xfrm>
          <a:prstGeom prst="roundRect">
            <a:avLst>
              <a:gd name="adj" fmla="val 26316"/>
            </a:avLst>
          </a:prstGeom>
          <a:solidFill>
            <a:srgbClr val="081126"/>
          </a:solidFill>
          <a:ln w="9525">
            <a:solidFill>
              <a:srgbClr val="08112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300216" y="1737360"/>
            <a:ext cx="114940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Actually Running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4241902" y="1737360"/>
            <a:ext cx="1100938" cy="173736"/>
          </a:xfrm>
          <a:prstGeom prst="roundRect">
            <a:avLst>
              <a:gd name="adj" fmla="val 26316"/>
            </a:avLst>
          </a:prstGeom>
          <a:solidFill>
            <a:srgbClr val="081126"/>
          </a:solidFill>
          <a:ln w="9525">
            <a:solidFill>
              <a:srgbClr val="0811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241902" y="1737360"/>
            <a:ext cx="110093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Leadership Thinks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17" name="Text 11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02  •  EXECUTIVE ARCHITECTURE OVERVIEW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02–02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T56 • SECTION 01 OF 01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#55: Shadow AI Bubble Conceptual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866583" y="1412748"/>
            <a:ext cx="737006" cy="73700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3062" y="1589227"/>
            <a:ext cx="383134" cy="383134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68335" y="1714500"/>
            <a:ext cx="132588" cy="1325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866583" y="1412748"/>
            <a:ext cx="737006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extension someone installed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7866583" y="3893515"/>
            <a:ext cx="725119" cy="7251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C0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0319" y="4067251"/>
            <a:ext cx="376733" cy="376733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63763" y="4190695"/>
            <a:ext cx="130759" cy="130759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866583" y="3893515"/>
            <a:ext cx="725119" cy="725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 account, logged in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6245352" y="5539435"/>
            <a:ext cx="725119" cy="7251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E9F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5713171"/>
            <a:ext cx="376733" cy="376733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42532" y="5836615"/>
            <a:ext cx="130759" cy="130759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245352" y="5539435"/>
            <a:ext cx="725119" cy="725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a contractor built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304081" y="4937760"/>
            <a:ext cx="712318" cy="712318"/>
          </a:xfrm>
          <a:prstGeom prst="ellipse">
            <a:avLst/>
          </a:prstGeom>
          <a:solidFill>
            <a:srgbClr val="FFFFFF"/>
          </a:solidFill>
          <a:ln w="20955">
            <a:solidFill>
              <a:srgbClr val="8CE6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04081" y="4937760"/>
            <a:ext cx="712318" cy="71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&amp;ldquo;We have a policy.&amp;rdquo;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935578" y="5785409"/>
            <a:ext cx="712318" cy="712318"/>
          </a:xfrm>
          <a:prstGeom prst="ellipse">
            <a:avLst/>
          </a:prstGeom>
          <a:solidFill>
            <a:srgbClr val="FFFFFF"/>
          </a:solidFill>
          <a:ln w="20955">
            <a:solidFill>
              <a:srgbClr val="8CE6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5578" y="5785409"/>
            <a:ext cx="712318" cy="71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&amp;ldquo;It is just a chatbot.&amp;rdquo;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245352" y="3070555"/>
            <a:ext cx="712318" cy="71231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E9F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6345" y="3241548"/>
            <a:ext cx="370332" cy="370332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046" y="3362249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245352" y="3070555"/>
            <a:ext cx="712318" cy="71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Auto-replies in support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470855" y="2247595"/>
            <a:ext cx="700430" cy="7004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C8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39105" y="2415845"/>
            <a:ext cx="363931" cy="363931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57977" y="2534717"/>
            <a:ext cx="126187" cy="126187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470855" y="2247595"/>
            <a:ext cx="70043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site recommender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470855" y="4716475"/>
            <a:ext cx="700430" cy="7004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C8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39105" y="4884725"/>
            <a:ext cx="363931" cy="363931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57977" y="5003597"/>
            <a:ext cx="126187" cy="126187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5470855" y="4716475"/>
            <a:ext cx="70043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trial nobody cancelled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7878470" y="4729277"/>
            <a:ext cx="700430" cy="7004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C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4897526"/>
            <a:ext cx="363931" cy="363931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65592" y="5016398"/>
            <a:ext cx="126187" cy="126187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7878470" y="4729277"/>
            <a:ext cx="70043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forecasting model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813048" y="3979469"/>
            <a:ext cx="687629" cy="687629"/>
          </a:xfrm>
          <a:prstGeom prst="ellipse">
            <a:avLst/>
          </a:prstGeom>
          <a:solidFill>
            <a:srgbClr val="FFFFFF"/>
          </a:solidFill>
          <a:ln w="20955">
            <a:solidFill>
              <a:srgbClr val="8CE69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13048" y="3979469"/>
            <a:ext cx="687629" cy="687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&amp;ldquo;IT approved it.&amp;rdquo;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483657" y="1449324"/>
            <a:ext cx="687629" cy="68762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B6F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48249" y="1613916"/>
            <a:ext cx="357530" cy="35753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65292" y="1730959"/>
            <a:ext cx="123444" cy="1234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5483657" y="1449324"/>
            <a:ext cx="687629" cy="687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nobody owns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7055510" y="2247595"/>
            <a:ext cx="687629" cy="68762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B6F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20102" y="2412187"/>
            <a:ext cx="357530" cy="35753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37146" y="2529230"/>
            <a:ext cx="123444" cy="1234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7055510" y="2247595"/>
            <a:ext cx="687629" cy="687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SEO writer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483657" y="3906317"/>
            <a:ext cx="687629" cy="68762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E9FF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48249" y="4070909"/>
            <a:ext cx="357530" cy="35753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5292" y="4187952"/>
            <a:ext cx="123444" cy="1234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3" name="Text 51"/>
          <p:cNvSpPr/>
          <p:nvPr/>
        </p:nvSpPr>
        <p:spPr>
          <a:xfrm>
            <a:off x="5483657" y="3906317"/>
            <a:ext cx="687629" cy="687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inside the CRM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257239" y="3906317"/>
            <a:ext cx="687629" cy="68762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C0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21831" y="4070909"/>
            <a:ext cx="357530" cy="35753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38874" y="4187952"/>
            <a:ext cx="123444" cy="1234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7" name="Text 55"/>
          <p:cNvSpPr/>
          <p:nvPr/>
        </p:nvSpPr>
        <p:spPr>
          <a:xfrm>
            <a:off x="6257239" y="3906317"/>
            <a:ext cx="687629" cy="687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CV screener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5483657" y="5552237"/>
            <a:ext cx="687629" cy="68762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E9FF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48249" y="5716829"/>
            <a:ext cx="357530" cy="35753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5292" y="5833872"/>
            <a:ext cx="123444" cy="1234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1" name="Text 59"/>
          <p:cNvSpPr/>
          <p:nvPr/>
        </p:nvSpPr>
        <p:spPr>
          <a:xfrm>
            <a:off x="5483657" y="5552237"/>
            <a:ext cx="687629" cy="687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legal doc summariser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878470" y="5564124"/>
            <a:ext cx="687629" cy="68762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C0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43062" y="5728716"/>
            <a:ext cx="357530" cy="35753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60106" y="5845759"/>
            <a:ext cx="123444" cy="1234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5" name="Text 63"/>
          <p:cNvSpPr/>
          <p:nvPr/>
        </p:nvSpPr>
        <p:spPr>
          <a:xfrm>
            <a:off x="7878470" y="5564124"/>
            <a:ext cx="687629" cy="687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translation tool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068312" y="1424635"/>
            <a:ext cx="675742" cy="67574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C8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30161" y="1586484"/>
            <a:ext cx="351130" cy="35113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45375" y="1701698"/>
            <a:ext cx="121615" cy="12161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9" name="Text 67"/>
          <p:cNvSpPr/>
          <p:nvPr/>
        </p:nvSpPr>
        <p:spPr>
          <a:xfrm>
            <a:off x="7068312" y="1424635"/>
            <a:ext cx="675742" cy="67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script on a laptop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6257239" y="2272284"/>
            <a:ext cx="662940" cy="6629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C8A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16345" y="2431390"/>
            <a:ext cx="344729" cy="344729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528816" y="2543861"/>
            <a:ext cx="119786" cy="1197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3" name="Text 71"/>
          <p:cNvSpPr/>
          <p:nvPr/>
        </p:nvSpPr>
        <p:spPr>
          <a:xfrm>
            <a:off x="6257239" y="2272284"/>
            <a:ext cx="6629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lead scorer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7891272" y="2284171"/>
            <a:ext cx="662940" cy="6629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C8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50378" y="2443277"/>
            <a:ext cx="344729" cy="344729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62849" y="2555748"/>
            <a:ext cx="119786" cy="1197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7" name="Text 75"/>
          <p:cNvSpPr/>
          <p:nvPr/>
        </p:nvSpPr>
        <p:spPr>
          <a:xfrm>
            <a:off x="7891272" y="2284171"/>
            <a:ext cx="6629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social scheduler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5495544" y="3095244"/>
            <a:ext cx="662940" cy="6629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C8A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54650" y="3254350"/>
            <a:ext cx="344729" cy="344729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67121" y="3366821"/>
            <a:ext cx="119786" cy="1197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1" name="Text 79"/>
          <p:cNvSpPr/>
          <p:nvPr/>
        </p:nvSpPr>
        <p:spPr>
          <a:xfrm>
            <a:off x="5495544" y="3095244"/>
            <a:ext cx="6629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 assistant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7068312" y="3095244"/>
            <a:ext cx="662940" cy="6629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C8A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227418" y="3254350"/>
            <a:ext cx="344729" cy="344729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39889" y="3366821"/>
            <a:ext cx="119786" cy="1197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5" name="Text 83"/>
          <p:cNvSpPr/>
          <p:nvPr/>
        </p:nvSpPr>
        <p:spPr>
          <a:xfrm>
            <a:off x="7068312" y="3095244"/>
            <a:ext cx="6629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interview booker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6269126" y="4741164"/>
            <a:ext cx="662940" cy="6629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C07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28232" y="4900270"/>
            <a:ext cx="344729" cy="344729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540703" y="5012741"/>
            <a:ext cx="119786" cy="1197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9" name="Text 87"/>
          <p:cNvSpPr/>
          <p:nvPr/>
        </p:nvSpPr>
        <p:spPr>
          <a:xfrm>
            <a:off x="6269126" y="4741164"/>
            <a:ext cx="6629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refund approver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7068312" y="5576011"/>
            <a:ext cx="662940" cy="6629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C07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27418" y="5735117"/>
            <a:ext cx="344729" cy="344729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39889" y="5847588"/>
            <a:ext cx="119786" cy="1197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3" name="Text 91"/>
          <p:cNvSpPr/>
          <p:nvPr/>
        </p:nvSpPr>
        <p:spPr>
          <a:xfrm>
            <a:off x="7068312" y="5576011"/>
            <a:ext cx="6629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image generator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7080199" y="3930091"/>
            <a:ext cx="651053" cy="65105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B6F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236562" y="4086454"/>
            <a:ext cx="338328" cy="33832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47204" y="4197096"/>
            <a:ext cx="117043" cy="117043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7" name="Text 95"/>
          <p:cNvSpPr/>
          <p:nvPr/>
        </p:nvSpPr>
        <p:spPr>
          <a:xfrm>
            <a:off x="7080199" y="3930091"/>
            <a:ext cx="651053" cy="651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meeting notetaker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7092086" y="4765853"/>
            <a:ext cx="626364" cy="6263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C8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42048" y="4915814"/>
            <a:ext cx="325526" cy="325526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49033" y="5022799"/>
            <a:ext cx="112471" cy="112471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1" name="Text 99"/>
          <p:cNvSpPr/>
          <p:nvPr/>
        </p:nvSpPr>
        <p:spPr>
          <a:xfrm>
            <a:off x="7092086" y="4765853"/>
            <a:ext cx="626364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website chatbot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7903159" y="3119933"/>
            <a:ext cx="614477" cy="61447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B6F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50378" y="3267151"/>
            <a:ext cx="319126" cy="319126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155534" y="3372307"/>
            <a:ext cx="110642" cy="11064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5" name="Text 103"/>
          <p:cNvSpPr/>
          <p:nvPr/>
        </p:nvSpPr>
        <p:spPr>
          <a:xfrm>
            <a:off x="7903159" y="3119933"/>
            <a:ext cx="61447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 router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4378147" y="1719072"/>
            <a:ext cx="859536" cy="417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&amp;ldquo;We use one AI tool.&amp;rdquo;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6318504" y="1510589"/>
            <a:ext cx="576986" cy="5769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B6F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456578" y="1648663"/>
            <a:ext cx="299923" cy="299923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555334" y="1747418"/>
            <a:ext cx="104242" cy="10424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0" name="Text 108"/>
          <p:cNvSpPr/>
          <p:nvPr/>
        </p:nvSpPr>
        <p:spPr>
          <a:xfrm>
            <a:off x="6318504" y="1510589"/>
            <a:ext cx="576986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fraud check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6331306" y="1105510"/>
            <a:ext cx="1462126" cy="221285"/>
          </a:xfrm>
          <a:prstGeom prst="roundRect">
            <a:avLst>
              <a:gd name="adj" fmla="val 20661"/>
            </a:avLst>
          </a:prstGeom>
          <a:solidFill>
            <a:srgbClr val="081126"/>
          </a:solidFill>
          <a:ln w="9525">
            <a:solidFill>
              <a:srgbClr val="08112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331306" y="1105510"/>
            <a:ext cx="1462126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Actually Running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3714293" y="1105510"/>
            <a:ext cx="1399946" cy="221285"/>
          </a:xfrm>
          <a:prstGeom prst="roundRect">
            <a:avLst>
              <a:gd name="adj" fmla="val 20661"/>
            </a:avLst>
          </a:prstGeom>
          <a:solidFill>
            <a:srgbClr val="081126"/>
          </a:solidFill>
          <a:ln w="9525">
            <a:solidFill>
              <a:srgbClr val="08112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714293" y="1105510"/>
            <a:ext cx="1399946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Leadership Thinks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T56 — PromptCanvas #55: Shadow AI Bubble Conceptual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2026-10-22T04:34:08Z</dcterms:created>
  <dcterms:modified xsi:type="dcterms:W3CDTF">2026-10-22T04:34:08Z</dcterms:modified>
</cp:coreProperties>
</file>