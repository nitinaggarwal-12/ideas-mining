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+ Gateway + Approval Gate + AgentOps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11-Zone Production Agentic AI Reference Architecture. How enterprise agents act and still ask permission,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&amp; Runtime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Armor + OAuth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state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+ Subagents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Guard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Authenticate every channel request at the perimeter, strip PII, and orchestrate subag...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Gateway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OAuth JWT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Propagation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SCHEMA ENGINE OPA / Cedar · 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TOOLS CRM · ERP · Git · ITS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Propagate end-user OAuth identity through the AgentCore Gateway and validate every to...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5: RISK TIER CLASSIFIER ☐ Low ris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read or draft?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Auto-Execute + Log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Key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Log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opa_policy.rego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Stream OTel traces, token cost, and approval decisions to AgentOps; alert on any poli...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T73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+ Gateway + Approval Gate + AgentOps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every channel request at the perimeter, strip PII, and orchestrate subagents via a stateful Supervisor.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&amp; Runtime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1–3 &amp; 9–10: Zero-trust ingress, Supervisor runtime, memory &amp; model router.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+ Subagents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state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+ Long Memory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+ vector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Armor + OAuth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Router selects Gemini Flash vs. Pro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1–2: PERIMETER &amp; CHANNELS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3, 9 &amp; 10: AGENTCORE RUNTIME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 + prompt injection shield at edge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Guard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Slack / API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T73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+ Gateway + Approval Gate + AgentOps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Propagate end-user OAuth identity through the AgentCore Gateway and validate every tool call against OPA/Cedar RBAC policies.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Gateway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4, 6 &amp; 7: Identity propagation, RBAC/ABAC policy engine &amp; hybrid RAG.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SCHEMA ENGINE OPA / Cedar · RBAC · Quotas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TOOLS CRM · ERP · Git · ITSM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Propagation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OAuth JWT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+ Rerank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chunks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4, 6 &amp; 7: GATEWAY + KNOWLEDGE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322722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22722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710428" y="4088282"/>
            <a:ext cx="1013155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710428" y="4088282"/>
            <a:ext cx="10131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trace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T73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+ Gateway + Approval Gate + AgentOps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Auto-execute low-risk reads, pause medium writes for 1 human approver, and require 2 approvers + rollback plan for prod.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5: Risk-tiered action execution with human-in-the-loop &amp; rollback.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5: RISK TIER CLASSIFIER ☐ Low risk: Read / draft only ☐ Med/High: Prod DB / billing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Human Approver (Durable)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Low-risk read or draft?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Auto-Execute + Log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prod write?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Approvers + Rollback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write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T73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+ Gateway + Approval Gate + AgentOps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OTel traces, token cost, and approval decisions to AgentOps; alert on any policy deny or drift anomaly.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Trace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OAuth scoped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Ungated Writes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(100% gated)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Ready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checkpoints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+ Apigee • AgentCore / LangGraph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8 &amp; 11: Cowboy POC agent vs. 11-Zone governed production architecture.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8: AGENTOPS &amp; OBSERVABILITY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POC AGENT RISKS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admin key = blast radius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opa_policy.rego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Key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Writes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Log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Rollback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T73 — 11-Zone Production Agentic AI Reference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2026-10-22T05:20:09Z</dcterms:created>
  <dcterms:modified xsi:type="dcterms:W3CDTF">2026-10-22T05:20:09Z</dcterms:modified>
</cp:coreProperties>
</file>