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Flow + Rules &amp; Skills + Subagents + Hooks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Agentic Coding Guide for high-velocity engineering. How to plan, isolate subagents, and gate edits with hooks,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Workflow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before edit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 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diffs + tests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 → 4. Verify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 (/plan)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Read the target files first, propose a concise implementation plan, and execute atomi...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Skills &amp; Subagents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laws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/ GEMINI.md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SUBAGENTS Explorer · QA Criti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CONTEXT HYGIENE Zero Search Pollu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Keep AGENTS.md under 200 lines, move task workflows into SKILL.md, and delegate broad...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Hooks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POST-EDIT HOOK PIPELINE ☐ Formatter + 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&amp; tests green?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Commit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Patterns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Prompt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Bloated Chat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test_suite.ts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Name exact files, state constraints upfront, verify with deterministic hooks, and run...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T78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Flow + Rules &amp; Skills + Subagents + Hooks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target files first, propose a concise implementation plan, and execute atomic test-verified diffs.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Workflow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→ Plan → Implement → Verify → Review → Commit (never code blind).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 → 4. Verify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diffs + tests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Review → 6. Commit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+ clean PR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 Files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before edit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context (/compact) between major tasks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1–2: EXPLORE &amp; PLAN FIRST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3–6: BUILD, VERIFY &amp; SHIP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architecture before touching code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 (/plan)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@file Context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82819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82819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T78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Flow + Rules &amp; Skills + Subagents + Hooks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AGENTS.md under 200 lines, move task workflows into SKILL.md, and delegate broad repo searches to isolated subagents.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Skills &amp; Subagents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AGENTS.md concise, load SKILL.md on demand, and isolate subagents.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SUBAGENTS Explorer · QA Critic · Security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CONTEXT HYGIENE Zero Search Pollution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/ GEMINI.md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laws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MCP Bus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SOPs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HARNESS + PARALLEL SUBAGENTS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agent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282489" y="3386023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82489" y="3386023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671109" y="4088282"/>
            <a:ext cx="109270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71109" y="4088282"/>
            <a:ext cx="109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only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T78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Flow + Rules &amp; Skills + Subagents + Hooks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deterministic post-edit hooks to run typecheck and unit tests automatically after every file modification.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Hooks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Pre/post-tool hooks enforce formatting, typechecking &amp; safety automatically.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POST-EDIT HOOK PIPELINE ☐ Formatter + linter clean ☐ Typecheck + unit tests pass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compiler error + fix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&amp; tests green?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Commit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auto-fixes tried?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diff + report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edit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T78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Flow + Rules &amp; Skills + Subagents + Hooks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exact files, state constraints upfront, verify with deterministic hooks, and run an independent subagent review.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Signal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 + subagents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PR QA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→ 94% green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Guardrails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hook-enforced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/ Gemini CLI • OpenHands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Patterns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Vibe-coding anti-patterns vs. disciplined 6-Stage Agentic Engineering.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MASTERY SCORECARD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VIBE-CODING ANTI-PATTERNS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 + 180k chat = regressions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test_suite.ts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Prompt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/plan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Bloated Chat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Untested PR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30975" y="3335731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30975" y="3335731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T78 — Ultimate 6-Stage Agentic Coding Workflow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2026-10-22T05:20:28Z</dcterms:created>
  <dcterms:modified xsi:type="dcterms:W3CDTF">2026-10-22T05:20:28Z</dcterms:modified>
</cp:coreProperties>
</file>