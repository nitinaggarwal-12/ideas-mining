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 + Inside Loop + After Answer + Routing Gains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Typed Micro-Decisions Without Full LLM Calls. Offload bool, choice, and score gates to calibrated System-1 classifiers.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+ conf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Input Screening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0.0–1.0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· choice · score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Retrieval Gate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Run 01 Input Screening (bool), 02 Retrieval Gate (bool), and 03 Composite Risk Score...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Loop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/ ask / block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Tool Call Gate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MODEL SELECTION Flash (Fast) vs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CODE BOUNDARY RBAC · Budgets · Rul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Gate every proposed tool call (04), stop check (05), and model tier route (06) with t...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Answer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POST-ANSWER GATES ☐ 07 Groun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Conf &gt;= threshold?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+ Write Memory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Audit 07 Grounding, filter 08 Memory writes so junk never pollutes future runs, and e...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Gains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Tax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Memory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uncalibrated_conf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Keep permissions in app code, typed judgments on calibrated small classifiers, and sy...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 + Inside Loop + After Answer + Routing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01 Input Screening (bool), 02 Retrieval Gate (bool), and 03 Composite Risk Score before calling the main LLM.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01-03 screen risk, gate retrieval, and score urgency before invoking an LLM.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· choice · score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0.0–1.0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 Gate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&lt;15ms single pass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Input Screening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+ conf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TYPED OUTPUTS · SINGLE PASS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chain-of-thought token tax on simple gates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1449324" y="2341778"/>
            <a:ext cx="359450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BEFORE THE MAIN LLM CALL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injection &amp; skips unneeded RAG calls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Retrieval Gate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Priority Score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system-1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03266" y="3386023"/>
            <a:ext cx="93360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03266" y="3386023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 + Inside Loop + After Answer + Routing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every proposed tool call (04), stop check (05), and model tier route (06) with typed choice judgments.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04-06 gate risky tool calls, verify task completion, and route model tiers.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MODEL SELECTION Flash (Fast) vs Argon (Deep)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CODE BOUNDARY RBAC · Budgets · Rules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Tool Call Gate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/ ask / block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Stop Check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vs continue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9178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INSIDE THE AGENT LOOP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router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401361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01361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91556" y="4088282"/>
            <a:ext cx="1250899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91556" y="4088282"/>
            <a:ext cx="1250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telemetry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 + Inside Loop + After Answer + Routing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07 Grounding, filter 08 Memory writes so junk never pollutes future runs, and enforce 09 Confidence Handoffs.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Answer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07-09 check document grounding, filter memory writes, and trigger handoffs.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17013" y="1940357"/>
            <a:ext cx="2614270" cy="1405433"/>
          </a:xfrm>
          <a:prstGeom prst="roundRect">
            <a:avLst>
              <a:gd name="adj" fmla="val 3253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7013" y="1940357"/>
            <a:ext cx="2614270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POST-ANSWER GATES ☐ 07 Grounding backed by docs ☐ 08 Memory: long / session / drop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17013" y="4147718"/>
            <a:ext cx="2614270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7013" y="4147718"/>
            <a:ext cx="261427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or re-ground claim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118250" y="2241194"/>
            <a:ext cx="2193646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8250" y="2241194"/>
            <a:ext cx="219364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Conf &gt;= threshold?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+ Write Memory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118250" y="4147718"/>
            <a:ext cx="2193646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8250" y="4147718"/>
            <a:ext cx="219364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budget exhausted?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to Human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231282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21461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33895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33895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231282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52567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52567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04011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Call + Inside Loop + After Answer + Routing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permissions in app code, typed judgments on calibrated small classifiers, and synthesis on frontier LLMs.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Gates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294790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01–09 (&lt;15ms)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 Cut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154887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 to -75%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Controls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Deterministic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 + Flash-Lite • TypeSafe Jev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Gains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LLM on every micro-decision vs. 3-layer System-1 + LLM + App Code split.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9-DECISION AGENT LOOP · DIVISION OF LABOR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74228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ALL-LLM DECISION OVERHEAD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full LLM calls per turn = slow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uncalibrated_conf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Tax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Burn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Memory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Over-Retrieval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guessed prose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351422" y="3335731"/>
            <a:ext cx="93360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351422" y="3335731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T80 — 9 Typed Micro-Decisions in the Agent Loop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2026-10-29T13:43:44Z</dcterms:created>
  <dcterms:modified xsi:type="dcterms:W3CDTF">2026-10-29T13:43:44Z</dcterms:modified>
</cp:coreProperties>
</file>