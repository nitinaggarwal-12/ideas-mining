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T67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#66: Self-Healing Torus Loop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0994" y="5079492"/>
            <a:ext cx="1652321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 1 Failure &amp; Error Logs: &amp;ldquo;Fed back into Gemini as context&amp;rdquo; 2 Target Constraints: &amp;ldquo;Clear metrics defining task success&amp;rdquo; 3 Human escalations: &amp;ldquo;Graceful handover if retries are exhausted&amp;rdquo;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464101" y="5079492"/>
            <a:ext cx="1618488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Safeguards 1 Max Retry Limits to prevent runaway loops 2 Secure Sandboxing via isolated containers 3 Deterministic Validation against strict schemas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434840" y="1978762"/>
            <a:ext cx="1270102" cy="569671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78762"/>
            <a:ext cx="1270102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MODEL GENERATION A Google Gemini model generates candidate solutions, code, or tasks.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488582" y="1978762"/>
            <a:ext cx="1270102" cy="569671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8582" y="1978762"/>
            <a:ext cx="1270102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SANDBOXED TEST The task is executed within an isolated, secure VPC Sandbox (GKE/gVisor).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599225" y="3234233"/>
            <a:ext cx="1159459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9225" y="3234233"/>
            <a:ext cx="11594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EVALUATION GATE Tests, constraints, and criteria are automatically checked.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434840" y="3993185"/>
            <a:ext cx="1222553" cy="569671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993185"/>
            <a:ext cx="1222553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SELF-HEALING LOOP Analyzes error and failure logs to formulate a new prompting and fix-it strategy.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246474" y="5949086"/>
            <a:ext cx="3695090" cy="164592"/>
          </a:xfrm>
          <a:prstGeom prst="rect">
            <a:avLst/>
          </a:prstGeom>
          <a:solidFill>
            <a:srgbClr val="193B73"/>
          </a:solidFill>
          <a:ln w="9525">
            <a:solidFill>
              <a:srgbClr val="193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6474" y="5949086"/>
            <a:ext cx="36950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• GEMINI • ENTERPRISE AGENT REFERENCE ARCHITECTURE • REVISION 2.4 • SEPTEMBER 2026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811366" y="4442155"/>
            <a:ext cx="951890" cy="541325"/>
          </a:xfrm>
          <a:prstGeom prst="roundRect">
            <a:avLst>
              <a:gd name="adj" fmla="val 8446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1366" y="4442155"/>
            <a:ext cx="95189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TO DEPLOY Release final task outputs to users or systems safely (Google Cloud deployment)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657393" y="3147365"/>
            <a:ext cx="869594" cy="289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LOOP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24628" y="2490826"/>
            <a:ext cx="222199" cy="222199"/>
          </a:xfrm>
          <a:prstGeom prst="ellipse">
            <a:avLst/>
          </a:prstGeom>
          <a:solidFill>
            <a:srgbClr val="4682E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4628" y="2490826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067398" y="3079699"/>
            <a:ext cx="222199" cy="222199"/>
          </a:xfrm>
          <a:prstGeom prst="ellipse">
            <a:avLst/>
          </a:prstGeom>
          <a:solidFill>
            <a:srgbClr val="4682E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7398" y="3079699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T67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#66: Self-Healing Torus Loop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103620" y="5355641"/>
            <a:ext cx="2100377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 1 Failure &amp; Error Logs: &amp;ldquo;Fed back into Gemini as context&amp;rdquo; 2 Target Constraints: &amp;ldquo;Clear metrics defining task success&amp;rdquo; 3 Human escalations: &amp;ldquo;Graceful handover if retries are exhausted&amp;rdquo;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953866" y="540410"/>
            <a:ext cx="350123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&amp; Cycle Diagram The autonomous self-healing agent loop and evaluation cycle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996842" y="5355641"/>
            <a:ext cx="205740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Safeguards 1 Max Retry Limits to prevent runaway loops 2 Secure Sandboxing via isolated containers 3 Deterministic Validation against strict schemas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960266" y="1412748"/>
            <a:ext cx="1615745" cy="725119"/>
          </a:xfrm>
          <a:prstGeom prst="roundRect">
            <a:avLst>
              <a:gd name="adj" fmla="val 6305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0266" y="1412748"/>
            <a:ext cx="1615745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MODEL GENERATION A Google Gemini model generates candidate solutions, code, or tasks.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570878" y="1412748"/>
            <a:ext cx="1615745" cy="725119"/>
          </a:xfrm>
          <a:prstGeom prst="roundRect">
            <a:avLst>
              <a:gd name="adj" fmla="val 6305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0878" y="1412748"/>
            <a:ext cx="1615745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SANDBOXED TEST The task is executed within an isolated, secure VPC Sandbox (GKE/gVisor).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711696" y="3009290"/>
            <a:ext cx="1474013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3009290"/>
            <a:ext cx="14740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EVALUATION GATE Tests, constraints, and criteria are automatically checked.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960266" y="3973068"/>
            <a:ext cx="1553566" cy="725119"/>
          </a:xfrm>
          <a:prstGeom prst="roundRect">
            <a:avLst>
              <a:gd name="adj" fmla="val 6305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0266" y="3973068"/>
            <a:ext cx="1553566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SELF-HEALING LOOP Analyzes error and failure logs to formulate a new prompting and fix-it strategy.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20694" y="6461150"/>
            <a:ext cx="4698187" cy="208483"/>
          </a:xfrm>
          <a:prstGeom prst="rect">
            <a:avLst/>
          </a:prstGeom>
          <a:solidFill>
            <a:srgbClr val="193B73"/>
          </a:solidFill>
          <a:ln w="9525">
            <a:solidFill>
              <a:srgbClr val="193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0694" y="6461150"/>
            <a:ext cx="4698187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• GEMINI • ENTERPRISE AGENT REFERENCE ARCHITECTURE • REVISION 2.4 • SEPTEMBER 2026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982358" y="4544568"/>
            <a:ext cx="1209751" cy="687629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2358" y="4544568"/>
            <a:ext cx="1209751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TO DEPLOY Release final task outputs to users or systems safely (Google Cloud deployment)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513832" y="2898648"/>
            <a:ext cx="1105510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LOOP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09160" y="2062886"/>
            <a:ext cx="282550" cy="282550"/>
          </a:xfrm>
          <a:prstGeom prst="ellipse">
            <a:avLst/>
          </a:prstGeom>
          <a:solidFill>
            <a:srgbClr val="4682E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062886"/>
            <a:ext cx="282550" cy="28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7307885" y="2812694"/>
            <a:ext cx="282550" cy="282550"/>
          </a:xfrm>
          <a:prstGeom prst="ellipse">
            <a:avLst/>
          </a:prstGeom>
          <a:solidFill>
            <a:srgbClr val="4682E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7885" y="2812694"/>
            <a:ext cx="282550" cy="28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T67 — PromptCanvas #66: Self-Healing Torus Loop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2026-10-22T04:34:39Z</dcterms:created>
  <dcterms:modified xsi:type="dcterms:W3CDTF">2026-10-22T04:34:39Z</dcterms:modified>
</cp:coreProperties>
</file>