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T59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#58: 6-Gate Deployment Checklist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8790" y="1408176"/>
            <a:ext cx="3212287" cy="569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List / Checklist The step-by-step blueprint to deploy and run secure autonomous agent workloads on Google Cloud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874666" y="2036369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4666" y="2036369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Define Mission &amp; Scope Establish the exact tasks, constraints, and success boundaries. DEFINED goal_check: SUCCESS retry_limit: 3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874666" y="2635301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4666" y="2635301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Configure API Gateway &amp; Ingress Set up the Google Cloud API gateway and authenticate client requests. CONNECTED HTTPS_Ingress Auth / Rate Limit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874666" y="3234233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4666" y="3234233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Establish Sandboxed GKE Cluster Provision an isolated GKE cluster with gVisor sandbox runtimes for safe tool use. ISOLATED VPC Sandbox gVisor Containers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874666" y="3833165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4666" y="3833165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Enable Memory &amp; Persistent State Connect AlloyDB to log episodic memory and task session state securely. PERSISTENT AlloyDB DB_adapter Task Logs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874666" y="4432097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4666" y="4432097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Integrate HIL Validation Loop Establish Human-in-the-Loop breakpoints for validation failures. GATEWAY HITL Breakpoint Retry Loops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874666" y="5031029"/>
            <a:ext cx="2830982" cy="492862"/>
          </a:xfrm>
          <a:prstGeom prst="roundRect">
            <a:avLst>
              <a:gd name="adj" fmla="val 9276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4666" y="5031029"/>
            <a:ext cx="283098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Deploy to Vertex AI Run Release the validated agent workflow into Vertex AI reasoning engines. DEPLOYED live_agent_run Cloud Pub/Sub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LIST / CHECKLIST • GOOGLE CLOUD ENTERPRISE GUIDE • SEP 2026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488790" y="5591556"/>
            <a:ext cx="3216859" cy="232258"/>
          </a:xfrm>
          <a:prstGeom prst="roundRect">
            <a:avLst>
              <a:gd name="adj" fmla="val 19685"/>
            </a:avLst>
          </a:prstGeom>
          <a:solidFill>
            <a:srgbClr val="F7F5F0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8790" y="5591556"/>
            <a:ext cx="3216859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Always sandbox execution tasks and apply native state persistence before moving to Production.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T59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#58: 6-Gate Deployment Checklist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4027932" y="687629"/>
            <a:ext cx="4084625" cy="72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List / Checklist The step-by-step blueprint to deploy and run secure autonomous agent workloads on Google Cloud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518965" y="1485900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8965" y="1485900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Define Mission &amp; Scope Establish the exact tasks, constraints, and success boundaries. DEFINED goal_check: SUCCESS retry_limit: 3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518965" y="2247595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8965" y="2247595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Configure API Gateway &amp; Ingress Set up the Google Cloud API gateway and authenticate client requests. CONNECTED HTTPS_Ingress Auth / Rate Limit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518965" y="3009290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8965" y="3009290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Establish Sandboxed GKE Cluster Provision an isolated GKE cluster with gVisor sandbox runtimes for safe tool use. ISOLATED VPC Sandbox gVisor Containers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518965" y="3770986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8965" y="3770986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Enable Memory &amp; Persistent State Connect AlloyDB to log episodic memory and task session state securely. PERSISTENT AlloyDB DB_adapter Task Logs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18965" y="4532681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8965" y="4532681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Integrate HIL Validation Loop Establish Human-in-the-Loop breakpoints for validation failures. GATEWAY HITL Breakpoint Retry Loops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18965" y="5293462"/>
            <a:ext cx="3599078" cy="626364"/>
          </a:xfrm>
          <a:prstGeom prst="roundRect">
            <a:avLst>
              <a:gd name="adj" fmla="val 7299"/>
            </a:avLst>
          </a:prstGeom>
          <a:solidFill>
            <a:srgbClr val="F7F5F0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8965" y="5293462"/>
            <a:ext cx="3599078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Deploy to Vertex AI Run Release the validated agent workflow into Vertex AI reasoning engines. DEPLOYED live_agent_run Cloud Pub/Sub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LIST / CHECKLIST • GOOGLE CLOUD ENTERPRISE GUIDE • SEP 2026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027932" y="6006694"/>
            <a:ext cx="4090111" cy="294437"/>
          </a:xfrm>
          <a:prstGeom prst="roundRect">
            <a:avLst>
              <a:gd name="adj" fmla="val 15528"/>
            </a:avLst>
          </a:prstGeom>
          <a:solidFill>
            <a:srgbClr val="F7F5F0"/>
          </a:solidFill>
          <a:ln w="13335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7932" y="6006694"/>
            <a:ext cx="4090111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Always sandbox execution tasks and apply native state persistence before moving to Production.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T59 — PromptCanvas #58: 6-Gate Deployment Checklist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2026-10-22T04:34:17Z</dcterms:created>
  <dcterms:modified xsi:type="dcterms:W3CDTF">2026-10-22T04:34:17Z</dcterms:modified>
</cp:coreProperties>
</file>